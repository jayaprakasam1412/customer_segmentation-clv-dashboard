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heme/themeOverride1.xml" ContentType="application/vnd.openxmlformats-officedocument.themeOverr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theme/themeOverride2.xml" ContentType="application/vnd.openxmlformats-officedocument.themeOverr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1" r:id="rId7"/>
    <p:sldId id="265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73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69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207642-9DA7-4214-94D0-3960B530AC7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02763A5-A2F4-4300-AD0D-F66067247953}">
      <dgm:prSet/>
      <dgm:spPr/>
      <dgm:t>
        <a:bodyPr/>
        <a:lstStyle/>
        <a:p>
          <a:pPr>
            <a:defRPr cap="all"/>
          </a:pPr>
          <a:r>
            <a:rPr lang="en-US"/>
            <a:t>Using RFM Analysis</a:t>
          </a:r>
        </a:p>
      </dgm:t>
    </dgm:pt>
    <dgm:pt modelId="{714042F3-7616-43E1-A0ED-CF7AF7FA84E6}" type="parTrans" cxnId="{D0864E25-FE8F-40CA-A269-1028105161D8}">
      <dgm:prSet/>
      <dgm:spPr/>
      <dgm:t>
        <a:bodyPr/>
        <a:lstStyle/>
        <a:p>
          <a:endParaRPr lang="en-US"/>
        </a:p>
      </dgm:t>
    </dgm:pt>
    <dgm:pt modelId="{2467E307-E491-4260-8D82-04648FB24690}" type="sibTrans" cxnId="{D0864E25-FE8F-40CA-A269-1028105161D8}">
      <dgm:prSet/>
      <dgm:spPr/>
      <dgm:t>
        <a:bodyPr/>
        <a:lstStyle/>
        <a:p>
          <a:endParaRPr lang="en-US"/>
        </a:p>
      </dgm:t>
    </dgm:pt>
    <dgm:pt modelId="{F4C7783C-F7C0-4D97-956D-6761FD785D3F}">
      <dgm:prSet/>
      <dgm:spPr/>
      <dgm:t>
        <a:bodyPr/>
        <a:lstStyle/>
        <a:p>
          <a:pPr>
            <a:defRPr cap="all"/>
          </a:pPr>
          <a:r>
            <a:rPr lang="en-US"/>
            <a:t>Presented by: </a:t>
          </a:r>
          <a:r>
            <a:rPr lang="en-IN"/>
            <a:t>Jayaprakasam .S</a:t>
          </a:r>
          <a:endParaRPr lang="en-US"/>
        </a:p>
      </dgm:t>
    </dgm:pt>
    <dgm:pt modelId="{89C67EAC-A434-412C-B1B2-4DADD40A398F}" type="parTrans" cxnId="{6ADB5A35-655E-45AD-997B-06BD2AFE1879}">
      <dgm:prSet/>
      <dgm:spPr/>
      <dgm:t>
        <a:bodyPr/>
        <a:lstStyle/>
        <a:p>
          <a:endParaRPr lang="en-US"/>
        </a:p>
      </dgm:t>
    </dgm:pt>
    <dgm:pt modelId="{920AB7D2-AB6B-4500-8E3E-E04293B93A47}" type="sibTrans" cxnId="{6ADB5A35-655E-45AD-997B-06BD2AFE1879}">
      <dgm:prSet/>
      <dgm:spPr/>
      <dgm:t>
        <a:bodyPr/>
        <a:lstStyle/>
        <a:p>
          <a:endParaRPr lang="en-US"/>
        </a:p>
      </dgm:t>
    </dgm:pt>
    <dgm:pt modelId="{D12969CE-A098-42FE-89DF-95A91A313128}">
      <dgm:prSet/>
      <dgm:spPr/>
      <dgm:t>
        <a:bodyPr/>
        <a:lstStyle/>
        <a:p>
          <a:pPr>
            <a:defRPr cap="all"/>
          </a:pPr>
          <a:r>
            <a:rPr lang="en-US"/>
            <a:t>Project: Consumer360</a:t>
          </a:r>
        </a:p>
      </dgm:t>
    </dgm:pt>
    <dgm:pt modelId="{95589438-FE2E-4245-B0F2-A480F5911279}" type="parTrans" cxnId="{9E005161-F131-4EBD-8002-5DCD7AF6DED0}">
      <dgm:prSet/>
      <dgm:spPr/>
      <dgm:t>
        <a:bodyPr/>
        <a:lstStyle/>
        <a:p>
          <a:endParaRPr lang="en-US"/>
        </a:p>
      </dgm:t>
    </dgm:pt>
    <dgm:pt modelId="{CA919851-54EF-45D6-8B86-558FDD590990}" type="sibTrans" cxnId="{9E005161-F131-4EBD-8002-5DCD7AF6DED0}">
      <dgm:prSet/>
      <dgm:spPr/>
      <dgm:t>
        <a:bodyPr/>
        <a:lstStyle/>
        <a:p>
          <a:endParaRPr lang="en-US"/>
        </a:p>
      </dgm:t>
    </dgm:pt>
    <dgm:pt modelId="{E4121972-A3A4-449F-AA26-ACC162FA8A56}" type="pres">
      <dgm:prSet presAssocID="{8F207642-9DA7-4214-94D0-3960B530AC7D}" presName="root" presStyleCnt="0">
        <dgm:presLayoutVars>
          <dgm:dir/>
          <dgm:resizeHandles val="exact"/>
        </dgm:presLayoutVars>
      </dgm:prSet>
      <dgm:spPr/>
    </dgm:pt>
    <dgm:pt modelId="{7ED190D6-3C41-4275-9275-E0F9C103FFDF}" type="pres">
      <dgm:prSet presAssocID="{C02763A5-A2F4-4300-AD0D-F66067247953}" presName="compNode" presStyleCnt="0"/>
      <dgm:spPr/>
    </dgm:pt>
    <dgm:pt modelId="{BDF6F6CF-7556-4888-A855-E07BE498D0DE}" type="pres">
      <dgm:prSet presAssocID="{C02763A5-A2F4-4300-AD0D-F66067247953}" presName="iconBgRect" presStyleLbl="bgShp" presStyleIdx="0" presStyleCnt="3"/>
      <dgm:spPr/>
    </dgm:pt>
    <dgm:pt modelId="{AA2F4553-BBDF-4362-9B30-2D46DCC1862C}" type="pres">
      <dgm:prSet presAssocID="{C02763A5-A2F4-4300-AD0D-F6606724795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9BB3A4F-FC51-452F-9191-C204B63B9DEE}" type="pres">
      <dgm:prSet presAssocID="{C02763A5-A2F4-4300-AD0D-F66067247953}" presName="spaceRect" presStyleCnt="0"/>
      <dgm:spPr/>
    </dgm:pt>
    <dgm:pt modelId="{AB580C7E-E66F-4002-882C-CBA37A07E8C8}" type="pres">
      <dgm:prSet presAssocID="{C02763A5-A2F4-4300-AD0D-F66067247953}" presName="textRect" presStyleLbl="revTx" presStyleIdx="0" presStyleCnt="3">
        <dgm:presLayoutVars>
          <dgm:chMax val="1"/>
          <dgm:chPref val="1"/>
        </dgm:presLayoutVars>
      </dgm:prSet>
      <dgm:spPr/>
    </dgm:pt>
    <dgm:pt modelId="{471AAEEF-2010-439A-9A55-555BDA2C894F}" type="pres">
      <dgm:prSet presAssocID="{2467E307-E491-4260-8D82-04648FB24690}" presName="sibTrans" presStyleCnt="0"/>
      <dgm:spPr/>
    </dgm:pt>
    <dgm:pt modelId="{52E3E5AC-735C-406E-AF8B-A65894B1C403}" type="pres">
      <dgm:prSet presAssocID="{F4C7783C-F7C0-4D97-956D-6761FD785D3F}" presName="compNode" presStyleCnt="0"/>
      <dgm:spPr/>
    </dgm:pt>
    <dgm:pt modelId="{3D5099E6-D307-4F3F-919E-4C2581706C47}" type="pres">
      <dgm:prSet presAssocID="{F4C7783C-F7C0-4D97-956D-6761FD785D3F}" presName="iconBgRect" presStyleLbl="bgShp" presStyleIdx="1" presStyleCnt="3"/>
      <dgm:spPr/>
    </dgm:pt>
    <dgm:pt modelId="{34F8510E-AA32-4620-8812-F3C8EBC1320B}" type="pres">
      <dgm:prSet presAssocID="{F4C7783C-F7C0-4D97-956D-6761FD785D3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Quotation Mark"/>
        </a:ext>
      </dgm:extLst>
    </dgm:pt>
    <dgm:pt modelId="{9AEFFB73-032B-4B7A-B90E-A2C89452894E}" type="pres">
      <dgm:prSet presAssocID="{F4C7783C-F7C0-4D97-956D-6761FD785D3F}" presName="spaceRect" presStyleCnt="0"/>
      <dgm:spPr/>
    </dgm:pt>
    <dgm:pt modelId="{C70B6055-ED8F-4EF7-9B82-63C825D92144}" type="pres">
      <dgm:prSet presAssocID="{F4C7783C-F7C0-4D97-956D-6761FD785D3F}" presName="textRect" presStyleLbl="revTx" presStyleIdx="1" presStyleCnt="3">
        <dgm:presLayoutVars>
          <dgm:chMax val="1"/>
          <dgm:chPref val="1"/>
        </dgm:presLayoutVars>
      </dgm:prSet>
      <dgm:spPr/>
    </dgm:pt>
    <dgm:pt modelId="{7508CAED-2998-4C60-93A2-12EB664A4B3A}" type="pres">
      <dgm:prSet presAssocID="{920AB7D2-AB6B-4500-8E3E-E04293B93A47}" presName="sibTrans" presStyleCnt="0"/>
      <dgm:spPr/>
    </dgm:pt>
    <dgm:pt modelId="{6B775BEC-8C8C-4EFD-B6C4-71B0D67AC315}" type="pres">
      <dgm:prSet presAssocID="{D12969CE-A098-42FE-89DF-95A91A313128}" presName="compNode" presStyleCnt="0"/>
      <dgm:spPr/>
    </dgm:pt>
    <dgm:pt modelId="{D49A134A-1B6D-49ED-8D94-E077A74E3A85}" type="pres">
      <dgm:prSet presAssocID="{D12969CE-A098-42FE-89DF-95A91A313128}" presName="iconBgRect" presStyleLbl="bgShp" presStyleIdx="2" presStyleCnt="3"/>
      <dgm:spPr/>
    </dgm:pt>
    <dgm:pt modelId="{891D8913-5257-4DC6-9FF1-4EEF3E78CE87}" type="pres">
      <dgm:prSet presAssocID="{D12969CE-A098-42FE-89DF-95A91A313128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A9A31BEC-B145-4806-BCEC-BD2865441BF3}" type="pres">
      <dgm:prSet presAssocID="{D12969CE-A098-42FE-89DF-95A91A313128}" presName="spaceRect" presStyleCnt="0"/>
      <dgm:spPr/>
    </dgm:pt>
    <dgm:pt modelId="{1C5CA124-9CA0-43BC-B84A-40F54F46C980}" type="pres">
      <dgm:prSet presAssocID="{D12969CE-A098-42FE-89DF-95A91A31312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4FECA21-8B92-48F7-8901-375368A98D0E}" type="presOf" srcId="{8F207642-9DA7-4214-94D0-3960B530AC7D}" destId="{E4121972-A3A4-449F-AA26-ACC162FA8A56}" srcOrd="0" destOrd="0" presId="urn:microsoft.com/office/officeart/2018/5/layout/IconCircleLabelList"/>
    <dgm:cxn modelId="{D0864E25-FE8F-40CA-A269-1028105161D8}" srcId="{8F207642-9DA7-4214-94D0-3960B530AC7D}" destId="{C02763A5-A2F4-4300-AD0D-F66067247953}" srcOrd="0" destOrd="0" parTransId="{714042F3-7616-43E1-A0ED-CF7AF7FA84E6}" sibTransId="{2467E307-E491-4260-8D82-04648FB24690}"/>
    <dgm:cxn modelId="{6ADB5A35-655E-45AD-997B-06BD2AFE1879}" srcId="{8F207642-9DA7-4214-94D0-3960B530AC7D}" destId="{F4C7783C-F7C0-4D97-956D-6761FD785D3F}" srcOrd="1" destOrd="0" parTransId="{89C67EAC-A434-412C-B1B2-4DADD40A398F}" sibTransId="{920AB7D2-AB6B-4500-8E3E-E04293B93A47}"/>
    <dgm:cxn modelId="{9E005161-F131-4EBD-8002-5DCD7AF6DED0}" srcId="{8F207642-9DA7-4214-94D0-3960B530AC7D}" destId="{D12969CE-A098-42FE-89DF-95A91A313128}" srcOrd="2" destOrd="0" parTransId="{95589438-FE2E-4245-B0F2-A480F5911279}" sibTransId="{CA919851-54EF-45D6-8B86-558FDD590990}"/>
    <dgm:cxn modelId="{9A6C448E-E28B-4E64-A081-BC6E8D8305E1}" type="presOf" srcId="{D12969CE-A098-42FE-89DF-95A91A313128}" destId="{1C5CA124-9CA0-43BC-B84A-40F54F46C980}" srcOrd="0" destOrd="0" presId="urn:microsoft.com/office/officeart/2018/5/layout/IconCircleLabelList"/>
    <dgm:cxn modelId="{B8BF9997-EF81-4F47-B7A6-973A1C65EE29}" type="presOf" srcId="{F4C7783C-F7C0-4D97-956D-6761FD785D3F}" destId="{C70B6055-ED8F-4EF7-9B82-63C825D92144}" srcOrd="0" destOrd="0" presId="urn:microsoft.com/office/officeart/2018/5/layout/IconCircleLabelList"/>
    <dgm:cxn modelId="{04EB07A1-8367-48DD-9052-0E3F823A281C}" type="presOf" srcId="{C02763A5-A2F4-4300-AD0D-F66067247953}" destId="{AB580C7E-E66F-4002-882C-CBA37A07E8C8}" srcOrd="0" destOrd="0" presId="urn:microsoft.com/office/officeart/2018/5/layout/IconCircleLabelList"/>
    <dgm:cxn modelId="{A120E1F3-5BE9-4D07-8F6B-C4C8D249A877}" type="presParOf" srcId="{E4121972-A3A4-449F-AA26-ACC162FA8A56}" destId="{7ED190D6-3C41-4275-9275-E0F9C103FFDF}" srcOrd="0" destOrd="0" presId="urn:microsoft.com/office/officeart/2018/5/layout/IconCircleLabelList"/>
    <dgm:cxn modelId="{4EB49146-465A-4C8D-B907-7FBCF1129A88}" type="presParOf" srcId="{7ED190D6-3C41-4275-9275-E0F9C103FFDF}" destId="{BDF6F6CF-7556-4888-A855-E07BE498D0DE}" srcOrd="0" destOrd="0" presId="urn:microsoft.com/office/officeart/2018/5/layout/IconCircleLabelList"/>
    <dgm:cxn modelId="{6DD8C7DD-BDF2-4F45-9D8E-A9ACE52FC936}" type="presParOf" srcId="{7ED190D6-3C41-4275-9275-E0F9C103FFDF}" destId="{AA2F4553-BBDF-4362-9B30-2D46DCC1862C}" srcOrd="1" destOrd="0" presId="urn:microsoft.com/office/officeart/2018/5/layout/IconCircleLabelList"/>
    <dgm:cxn modelId="{CFA284D0-A0F2-4F76-AB93-229693C06F68}" type="presParOf" srcId="{7ED190D6-3C41-4275-9275-E0F9C103FFDF}" destId="{E9BB3A4F-FC51-452F-9191-C204B63B9DEE}" srcOrd="2" destOrd="0" presId="urn:microsoft.com/office/officeart/2018/5/layout/IconCircleLabelList"/>
    <dgm:cxn modelId="{5D0F9D57-6B40-4089-BAD7-11B9FB115A1E}" type="presParOf" srcId="{7ED190D6-3C41-4275-9275-E0F9C103FFDF}" destId="{AB580C7E-E66F-4002-882C-CBA37A07E8C8}" srcOrd="3" destOrd="0" presId="urn:microsoft.com/office/officeart/2018/5/layout/IconCircleLabelList"/>
    <dgm:cxn modelId="{A10473E4-F2E2-4064-9752-33B3AB9B92A5}" type="presParOf" srcId="{E4121972-A3A4-449F-AA26-ACC162FA8A56}" destId="{471AAEEF-2010-439A-9A55-555BDA2C894F}" srcOrd="1" destOrd="0" presId="urn:microsoft.com/office/officeart/2018/5/layout/IconCircleLabelList"/>
    <dgm:cxn modelId="{C3B9B396-9E4D-4DD0-AFE6-2B8BFCA8D156}" type="presParOf" srcId="{E4121972-A3A4-449F-AA26-ACC162FA8A56}" destId="{52E3E5AC-735C-406E-AF8B-A65894B1C403}" srcOrd="2" destOrd="0" presId="urn:microsoft.com/office/officeart/2018/5/layout/IconCircleLabelList"/>
    <dgm:cxn modelId="{CF417089-606D-4C9E-9CF0-96811CBBF9CA}" type="presParOf" srcId="{52E3E5AC-735C-406E-AF8B-A65894B1C403}" destId="{3D5099E6-D307-4F3F-919E-4C2581706C47}" srcOrd="0" destOrd="0" presId="urn:microsoft.com/office/officeart/2018/5/layout/IconCircleLabelList"/>
    <dgm:cxn modelId="{85CEDE0B-017B-44DE-B367-9595A2B25700}" type="presParOf" srcId="{52E3E5AC-735C-406E-AF8B-A65894B1C403}" destId="{34F8510E-AA32-4620-8812-F3C8EBC1320B}" srcOrd="1" destOrd="0" presId="urn:microsoft.com/office/officeart/2018/5/layout/IconCircleLabelList"/>
    <dgm:cxn modelId="{F0F6525E-4EA4-449C-AF8C-BFC1ED7E7364}" type="presParOf" srcId="{52E3E5AC-735C-406E-AF8B-A65894B1C403}" destId="{9AEFFB73-032B-4B7A-B90E-A2C89452894E}" srcOrd="2" destOrd="0" presId="urn:microsoft.com/office/officeart/2018/5/layout/IconCircleLabelList"/>
    <dgm:cxn modelId="{C4070655-4A4F-4A3A-9745-76C552E9B8E1}" type="presParOf" srcId="{52E3E5AC-735C-406E-AF8B-A65894B1C403}" destId="{C70B6055-ED8F-4EF7-9B82-63C825D92144}" srcOrd="3" destOrd="0" presId="urn:microsoft.com/office/officeart/2018/5/layout/IconCircleLabelList"/>
    <dgm:cxn modelId="{03E66907-C6AD-4818-BB1E-8976E6C0BCEF}" type="presParOf" srcId="{E4121972-A3A4-449F-AA26-ACC162FA8A56}" destId="{7508CAED-2998-4C60-93A2-12EB664A4B3A}" srcOrd="3" destOrd="0" presId="urn:microsoft.com/office/officeart/2018/5/layout/IconCircleLabelList"/>
    <dgm:cxn modelId="{EC489919-6E11-4025-870F-BF1AD17655BA}" type="presParOf" srcId="{E4121972-A3A4-449F-AA26-ACC162FA8A56}" destId="{6B775BEC-8C8C-4EFD-B6C4-71B0D67AC315}" srcOrd="4" destOrd="0" presId="urn:microsoft.com/office/officeart/2018/5/layout/IconCircleLabelList"/>
    <dgm:cxn modelId="{EA500C3D-0A48-4C64-9A6B-E68A513BF653}" type="presParOf" srcId="{6B775BEC-8C8C-4EFD-B6C4-71B0D67AC315}" destId="{D49A134A-1B6D-49ED-8D94-E077A74E3A85}" srcOrd="0" destOrd="0" presId="urn:microsoft.com/office/officeart/2018/5/layout/IconCircleLabelList"/>
    <dgm:cxn modelId="{BCC600B0-3623-4173-B388-DF58A6896CF5}" type="presParOf" srcId="{6B775BEC-8C8C-4EFD-B6C4-71B0D67AC315}" destId="{891D8913-5257-4DC6-9FF1-4EEF3E78CE87}" srcOrd="1" destOrd="0" presId="urn:microsoft.com/office/officeart/2018/5/layout/IconCircleLabelList"/>
    <dgm:cxn modelId="{274AD799-8BE4-45C9-8B22-500623B33E49}" type="presParOf" srcId="{6B775BEC-8C8C-4EFD-B6C4-71B0D67AC315}" destId="{A9A31BEC-B145-4806-BCEC-BD2865441BF3}" srcOrd="2" destOrd="0" presId="urn:microsoft.com/office/officeart/2018/5/layout/IconCircleLabelList"/>
    <dgm:cxn modelId="{8C968E2D-BB5B-40EA-A9F1-7200B441C97E}" type="presParOf" srcId="{6B775BEC-8C8C-4EFD-B6C4-71B0D67AC315}" destId="{1C5CA124-9CA0-43BC-B84A-40F54F46C98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73C0B4-2781-464C-96D4-245E001CB22F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15BAE16-0FD1-474E-A449-56B449E2C925}">
      <dgm:prSet/>
      <dgm:spPr/>
      <dgm:t>
        <a:bodyPr/>
        <a:lstStyle/>
        <a:p>
          <a:r>
            <a:rPr lang="en-US"/>
            <a:t>Generic marketing campaigns</a:t>
          </a:r>
        </a:p>
      </dgm:t>
    </dgm:pt>
    <dgm:pt modelId="{DF430993-1A7C-4EFE-B6EC-34E81974A0C8}" type="parTrans" cxnId="{F4371F03-5F81-464F-9F1B-95B7A3BA4B1A}">
      <dgm:prSet/>
      <dgm:spPr/>
      <dgm:t>
        <a:bodyPr/>
        <a:lstStyle/>
        <a:p>
          <a:endParaRPr lang="en-US"/>
        </a:p>
      </dgm:t>
    </dgm:pt>
    <dgm:pt modelId="{8837B088-17DA-4343-90F4-576A55C98754}" type="sibTrans" cxnId="{F4371F03-5F81-464F-9F1B-95B7A3BA4B1A}">
      <dgm:prSet/>
      <dgm:spPr/>
      <dgm:t>
        <a:bodyPr/>
        <a:lstStyle/>
        <a:p>
          <a:endParaRPr lang="en-US"/>
        </a:p>
      </dgm:t>
    </dgm:pt>
    <dgm:pt modelId="{40F9ABCD-D280-4CAE-815B-110CC67BA756}">
      <dgm:prSet/>
      <dgm:spPr/>
      <dgm:t>
        <a:bodyPr/>
        <a:lstStyle/>
        <a:p>
          <a:r>
            <a:rPr lang="en-US"/>
            <a:t>No high-value customer identification</a:t>
          </a:r>
        </a:p>
      </dgm:t>
    </dgm:pt>
    <dgm:pt modelId="{07A23167-5051-45F3-AE95-2E099BD79BD4}" type="parTrans" cxnId="{2F35D79A-44EF-424B-AC82-4FE742B09964}">
      <dgm:prSet/>
      <dgm:spPr/>
      <dgm:t>
        <a:bodyPr/>
        <a:lstStyle/>
        <a:p>
          <a:endParaRPr lang="en-US"/>
        </a:p>
      </dgm:t>
    </dgm:pt>
    <dgm:pt modelId="{B8E64CD4-EFC7-43CD-80B3-CAE2823049DB}" type="sibTrans" cxnId="{2F35D79A-44EF-424B-AC82-4FE742B09964}">
      <dgm:prSet/>
      <dgm:spPr/>
      <dgm:t>
        <a:bodyPr/>
        <a:lstStyle/>
        <a:p>
          <a:endParaRPr lang="en-US"/>
        </a:p>
      </dgm:t>
    </dgm:pt>
    <dgm:pt modelId="{2E9D8A19-3AF4-44C1-9258-7A4F0ACFEEF6}">
      <dgm:prSet/>
      <dgm:spPr/>
      <dgm:t>
        <a:bodyPr/>
        <a:lstStyle/>
        <a:p>
          <a:r>
            <a:rPr lang="en-US"/>
            <a:t>No retention visibility</a:t>
          </a:r>
        </a:p>
      </dgm:t>
    </dgm:pt>
    <dgm:pt modelId="{3C7C4E86-ECB4-488B-AACC-DA42B3D877AA}" type="parTrans" cxnId="{26EBE593-D626-4BB5-B2D3-C54774427E32}">
      <dgm:prSet/>
      <dgm:spPr/>
      <dgm:t>
        <a:bodyPr/>
        <a:lstStyle/>
        <a:p>
          <a:endParaRPr lang="en-US"/>
        </a:p>
      </dgm:t>
    </dgm:pt>
    <dgm:pt modelId="{AB512A1E-43E0-479C-8E0D-0A34CC230E1E}" type="sibTrans" cxnId="{26EBE593-D626-4BB5-B2D3-C54774427E32}">
      <dgm:prSet/>
      <dgm:spPr/>
      <dgm:t>
        <a:bodyPr/>
        <a:lstStyle/>
        <a:p>
          <a:endParaRPr lang="en-US"/>
        </a:p>
      </dgm:t>
    </dgm:pt>
    <dgm:pt modelId="{B2B4C39D-40A6-42D8-8353-3B787543C339}">
      <dgm:prSet/>
      <dgm:spPr/>
      <dgm:t>
        <a:bodyPr/>
        <a:lstStyle/>
        <a:p>
          <a:r>
            <a:rPr lang="en-US"/>
            <a:t>Need data-driven decisions</a:t>
          </a:r>
        </a:p>
      </dgm:t>
    </dgm:pt>
    <dgm:pt modelId="{528EFE94-4687-4454-A5DB-85F6261E2005}" type="parTrans" cxnId="{40D45CBE-B5A2-4974-A22A-09CD08B28418}">
      <dgm:prSet/>
      <dgm:spPr/>
      <dgm:t>
        <a:bodyPr/>
        <a:lstStyle/>
        <a:p>
          <a:endParaRPr lang="en-US"/>
        </a:p>
      </dgm:t>
    </dgm:pt>
    <dgm:pt modelId="{3A1558EA-6422-4F9B-8536-DB33158D605D}" type="sibTrans" cxnId="{40D45CBE-B5A2-4974-A22A-09CD08B28418}">
      <dgm:prSet/>
      <dgm:spPr/>
      <dgm:t>
        <a:bodyPr/>
        <a:lstStyle/>
        <a:p>
          <a:endParaRPr lang="en-US"/>
        </a:p>
      </dgm:t>
    </dgm:pt>
    <dgm:pt modelId="{EE66496E-4061-44B0-8738-A739C1E2145E}" type="pres">
      <dgm:prSet presAssocID="{1D73C0B4-2781-464C-96D4-245E001CB22F}" presName="outerComposite" presStyleCnt="0">
        <dgm:presLayoutVars>
          <dgm:chMax val="5"/>
          <dgm:dir/>
          <dgm:resizeHandles val="exact"/>
        </dgm:presLayoutVars>
      </dgm:prSet>
      <dgm:spPr/>
    </dgm:pt>
    <dgm:pt modelId="{F871B6E7-F826-4099-A1AF-F08E054CC79D}" type="pres">
      <dgm:prSet presAssocID="{1D73C0B4-2781-464C-96D4-245E001CB22F}" presName="dummyMaxCanvas" presStyleCnt="0">
        <dgm:presLayoutVars/>
      </dgm:prSet>
      <dgm:spPr/>
    </dgm:pt>
    <dgm:pt modelId="{BE3244D1-2AFB-4832-8B2A-C3955CE41087}" type="pres">
      <dgm:prSet presAssocID="{1D73C0B4-2781-464C-96D4-245E001CB22F}" presName="FourNodes_1" presStyleLbl="node1" presStyleIdx="0" presStyleCnt="4">
        <dgm:presLayoutVars>
          <dgm:bulletEnabled val="1"/>
        </dgm:presLayoutVars>
      </dgm:prSet>
      <dgm:spPr/>
    </dgm:pt>
    <dgm:pt modelId="{ADA1091A-F2AD-410C-870E-4AA49C2B60DC}" type="pres">
      <dgm:prSet presAssocID="{1D73C0B4-2781-464C-96D4-245E001CB22F}" presName="FourNodes_2" presStyleLbl="node1" presStyleIdx="1" presStyleCnt="4">
        <dgm:presLayoutVars>
          <dgm:bulletEnabled val="1"/>
        </dgm:presLayoutVars>
      </dgm:prSet>
      <dgm:spPr/>
    </dgm:pt>
    <dgm:pt modelId="{4D9B3C28-057F-46CD-8C33-27C823A59945}" type="pres">
      <dgm:prSet presAssocID="{1D73C0B4-2781-464C-96D4-245E001CB22F}" presName="FourNodes_3" presStyleLbl="node1" presStyleIdx="2" presStyleCnt="4">
        <dgm:presLayoutVars>
          <dgm:bulletEnabled val="1"/>
        </dgm:presLayoutVars>
      </dgm:prSet>
      <dgm:spPr/>
    </dgm:pt>
    <dgm:pt modelId="{6B38DB93-7B4D-47C0-9DAC-41037C724E7A}" type="pres">
      <dgm:prSet presAssocID="{1D73C0B4-2781-464C-96D4-245E001CB22F}" presName="FourNodes_4" presStyleLbl="node1" presStyleIdx="3" presStyleCnt="4">
        <dgm:presLayoutVars>
          <dgm:bulletEnabled val="1"/>
        </dgm:presLayoutVars>
      </dgm:prSet>
      <dgm:spPr/>
    </dgm:pt>
    <dgm:pt modelId="{3370C0AB-9498-436E-8FD0-2DA162A176F1}" type="pres">
      <dgm:prSet presAssocID="{1D73C0B4-2781-464C-96D4-245E001CB22F}" presName="FourConn_1-2" presStyleLbl="fgAccFollowNode1" presStyleIdx="0" presStyleCnt="3">
        <dgm:presLayoutVars>
          <dgm:bulletEnabled val="1"/>
        </dgm:presLayoutVars>
      </dgm:prSet>
      <dgm:spPr/>
    </dgm:pt>
    <dgm:pt modelId="{6E6A1091-A0D6-498B-A177-9E95ABCABF7E}" type="pres">
      <dgm:prSet presAssocID="{1D73C0B4-2781-464C-96D4-245E001CB22F}" presName="FourConn_2-3" presStyleLbl="fgAccFollowNode1" presStyleIdx="1" presStyleCnt="3">
        <dgm:presLayoutVars>
          <dgm:bulletEnabled val="1"/>
        </dgm:presLayoutVars>
      </dgm:prSet>
      <dgm:spPr/>
    </dgm:pt>
    <dgm:pt modelId="{CEF02E63-1997-487B-9CFA-DB3E430EB637}" type="pres">
      <dgm:prSet presAssocID="{1D73C0B4-2781-464C-96D4-245E001CB22F}" presName="FourConn_3-4" presStyleLbl="fgAccFollowNode1" presStyleIdx="2" presStyleCnt="3">
        <dgm:presLayoutVars>
          <dgm:bulletEnabled val="1"/>
        </dgm:presLayoutVars>
      </dgm:prSet>
      <dgm:spPr/>
    </dgm:pt>
    <dgm:pt modelId="{87B18539-1B48-4AA1-AE5A-C4FAF606D424}" type="pres">
      <dgm:prSet presAssocID="{1D73C0B4-2781-464C-96D4-245E001CB22F}" presName="FourNodes_1_text" presStyleLbl="node1" presStyleIdx="3" presStyleCnt="4">
        <dgm:presLayoutVars>
          <dgm:bulletEnabled val="1"/>
        </dgm:presLayoutVars>
      </dgm:prSet>
      <dgm:spPr/>
    </dgm:pt>
    <dgm:pt modelId="{AEBE7B4C-BB74-4124-BF02-4C17C787A1FB}" type="pres">
      <dgm:prSet presAssocID="{1D73C0B4-2781-464C-96D4-245E001CB22F}" presName="FourNodes_2_text" presStyleLbl="node1" presStyleIdx="3" presStyleCnt="4">
        <dgm:presLayoutVars>
          <dgm:bulletEnabled val="1"/>
        </dgm:presLayoutVars>
      </dgm:prSet>
      <dgm:spPr/>
    </dgm:pt>
    <dgm:pt modelId="{8245D305-3F5A-4A73-8A5B-A668CD8715D1}" type="pres">
      <dgm:prSet presAssocID="{1D73C0B4-2781-464C-96D4-245E001CB22F}" presName="FourNodes_3_text" presStyleLbl="node1" presStyleIdx="3" presStyleCnt="4">
        <dgm:presLayoutVars>
          <dgm:bulletEnabled val="1"/>
        </dgm:presLayoutVars>
      </dgm:prSet>
      <dgm:spPr/>
    </dgm:pt>
    <dgm:pt modelId="{21371D19-447B-4C91-9728-A04A45EDBFA7}" type="pres">
      <dgm:prSet presAssocID="{1D73C0B4-2781-464C-96D4-245E001CB22F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F4371F03-5F81-464F-9F1B-95B7A3BA4B1A}" srcId="{1D73C0B4-2781-464C-96D4-245E001CB22F}" destId="{915BAE16-0FD1-474E-A449-56B449E2C925}" srcOrd="0" destOrd="0" parTransId="{DF430993-1A7C-4EFE-B6EC-34E81974A0C8}" sibTransId="{8837B088-17DA-4343-90F4-576A55C98754}"/>
    <dgm:cxn modelId="{C31FC40A-21BC-4F17-8DCE-AD67EAEE5A84}" type="presOf" srcId="{B2B4C39D-40A6-42D8-8353-3B787543C339}" destId="{6B38DB93-7B4D-47C0-9DAC-41037C724E7A}" srcOrd="0" destOrd="0" presId="urn:microsoft.com/office/officeart/2005/8/layout/vProcess5"/>
    <dgm:cxn modelId="{D4915438-7273-4911-88D5-8C02ACD15936}" type="presOf" srcId="{915BAE16-0FD1-474E-A449-56B449E2C925}" destId="{BE3244D1-2AFB-4832-8B2A-C3955CE41087}" srcOrd="0" destOrd="0" presId="urn:microsoft.com/office/officeart/2005/8/layout/vProcess5"/>
    <dgm:cxn modelId="{A4A31969-3461-473A-B003-AF01BB124D91}" type="presOf" srcId="{8837B088-17DA-4343-90F4-576A55C98754}" destId="{3370C0AB-9498-436E-8FD0-2DA162A176F1}" srcOrd="0" destOrd="0" presId="urn:microsoft.com/office/officeart/2005/8/layout/vProcess5"/>
    <dgm:cxn modelId="{22C4AB79-B53C-4CED-90CF-2121842AB80F}" type="presOf" srcId="{2E9D8A19-3AF4-44C1-9258-7A4F0ACFEEF6}" destId="{8245D305-3F5A-4A73-8A5B-A668CD8715D1}" srcOrd="1" destOrd="0" presId="urn:microsoft.com/office/officeart/2005/8/layout/vProcess5"/>
    <dgm:cxn modelId="{D4AACE59-7539-4FBC-91B8-A923776473AC}" type="presOf" srcId="{40F9ABCD-D280-4CAE-815B-110CC67BA756}" destId="{ADA1091A-F2AD-410C-870E-4AA49C2B60DC}" srcOrd="0" destOrd="0" presId="urn:microsoft.com/office/officeart/2005/8/layout/vProcess5"/>
    <dgm:cxn modelId="{B49B018C-D033-46DE-838F-3AE50A94B12D}" type="presOf" srcId="{AB512A1E-43E0-479C-8E0D-0A34CC230E1E}" destId="{CEF02E63-1997-487B-9CFA-DB3E430EB637}" srcOrd="0" destOrd="0" presId="urn:microsoft.com/office/officeart/2005/8/layout/vProcess5"/>
    <dgm:cxn modelId="{26EBE593-D626-4BB5-B2D3-C54774427E32}" srcId="{1D73C0B4-2781-464C-96D4-245E001CB22F}" destId="{2E9D8A19-3AF4-44C1-9258-7A4F0ACFEEF6}" srcOrd="2" destOrd="0" parTransId="{3C7C4E86-ECB4-488B-AACC-DA42B3D877AA}" sibTransId="{AB512A1E-43E0-479C-8E0D-0A34CC230E1E}"/>
    <dgm:cxn modelId="{2F35D79A-44EF-424B-AC82-4FE742B09964}" srcId="{1D73C0B4-2781-464C-96D4-245E001CB22F}" destId="{40F9ABCD-D280-4CAE-815B-110CC67BA756}" srcOrd="1" destOrd="0" parTransId="{07A23167-5051-45F3-AE95-2E099BD79BD4}" sibTransId="{B8E64CD4-EFC7-43CD-80B3-CAE2823049DB}"/>
    <dgm:cxn modelId="{2BC0C19D-F6A1-4043-A5EA-D28A81A5D129}" type="presOf" srcId="{1D73C0B4-2781-464C-96D4-245E001CB22F}" destId="{EE66496E-4061-44B0-8738-A739C1E2145E}" srcOrd="0" destOrd="0" presId="urn:microsoft.com/office/officeart/2005/8/layout/vProcess5"/>
    <dgm:cxn modelId="{70C411AB-D25B-47A0-9D77-D8C1DC15466D}" type="presOf" srcId="{2E9D8A19-3AF4-44C1-9258-7A4F0ACFEEF6}" destId="{4D9B3C28-057F-46CD-8C33-27C823A59945}" srcOrd="0" destOrd="0" presId="urn:microsoft.com/office/officeart/2005/8/layout/vProcess5"/>
    <dgm:cxn modelId="{E04A96B4-1AED-4A38-BE6E-3A83C59085BC}" type="presOf" srcId="{B8E64CD4-EFC7-43CD-80B3-CAE2823049DB}" destId="{6E6A1091-A0D6-498B-A177-9E95ABCABF7E}" srcOrd="0" destOrd="0" presId="urn:microsoft.com/office/officeart/2005/8/layout/vProcess5"/>
    <dgm:cxn modelId="{2D8498BC-C7AB-4765-818E-72ED5DF138FB}" type="presOf" srcId="{B2B4C39D-40A6-42D8-8353-3B787543C339}" destId="{21371D19-447B-4C91-9728-A04A45EDBFA7}" srcOrd="1" destOrd="0" presId="urn:microsoft.com/office/officeart/2005/8/layout/vProcess5"/>
    <dgm:cxn modelId="{40D45CBE-B5A2-4974-A22A-09CD08B28418}" srcId="{1D73C0B4-2781-464C-96D4-245E001CB22F}" destId="{B2B4C39D-40A6-42D8-8353-3B787543C339}" srcOrd="3" destOrd="0" parTransId="{528EFE94-4687-4454-A5DB-85F6261E2005}" sibTransId="{3A1558EA-6422-4F9B-8536-DB33158D605D}"/>
    <dgm:cxn modelId="{5CE544C2-9AF9-4601-937A-30183C6E8848}" type="presOf" srcId="{915BAE16-0FD1-474E-A449-56B449E2C925}" destId="{87B18539-1B48-4AA1-AE5A-C4FAF606D424}" srcOrd="1" destOrd="0" presId="urn:microsoft.com/office/officeart/2005/8/layout/vProcess5"/>
    <dgm:cxn modelId="{06350FFE-5F28-48DE-B2D9-F96E8F4616C8}" type="presOf" srcId="{40F9ABCD-D280-4CAE-815B-110CC67BA756}" destId="{AEBE7B4C-BB74-4124-BF02-4C17C787A1FB}" srcOrd="1" destOrd="0" presId="urn:microsoft.com/office/officeart/2005/8/layout/vProcess5"/>
    <dgm:cxn modelId="{26CA347A-223D-46B0-9CEF-BCA37E5AD339}" type="presParOf" srcId="{EE66496E-4061-44B0-8738-A739C1E2145E}" destId="{F871B6E7-F826-4099-A1AF-F08E054CC79D}" srcOrd="0" destOrd="0" presId="urn:microsoft.com/office/officeart/2005/8/layout/vProcess5"/>
    <dgm:cxn modelId="{15B5FA3F-EB88-4764-B395-7F6A2946484C}" type="presParOf" srcId="{EE66496E-4061-44B0-8738-A739C1E2145E}" destId="{BE3244D1-2AFB-4832-8B2A-C3955CE41087}" srcOrd="1" destOrd="0" presId="urn:microsoft.com/office/officeart/2005/8/layout/vProcess5"/>
    <dgm:cxn modelId="{E7EE79E3-8957-43C0-B349-4E2BE12B61AE}" type="presParOf" srcId="{EE66496E-4061-44B0-8738-A739C1E2145E}" destId="{ADA1091A-F2AD-410C-870E-4AA49C2B60DC}" srcOrd="2" destOrd="0" presId="urn:microsoft.com/office/officeart/2005/8/layout/vProcess5"/>
    <dgm:cxn modelId="{784898A8-4358-4632-92B9-AE58581536D3}" type="presParOf" srcId="{EE66496E-4061-44B0-8738-A739C1E2145E}" destId="{4D9B3C28-057F-46CD-8C33-27C823A59945}" srcOrd="3" destOrd="0" presId="urn:microsoft.com/office/officeart/2005/8/layout/vProcess5"/>
    <dgm:cxn modelId="{BF2A4424-8EA8-43BA-A94D-E82503D97235}" type="presParOf" srcId="{EE66496E-4061-44B0-8738-A739C1E2145E}" destId="{6B38DB93-7B4D-47C0-9DAC-41037C724E7A}" srcOrd="4" destOrd="0" presId="urn:microsoft.com/office/officeart/2005/8/layout/vProcess5"/>
    <dgm:cxn modelId="{C17A9D0E-81C6-441E-A796-6B05DCB85C2C}" type="presParOf" srcId="{EE66496E-4061-44B0-8738-A739C1E2145E}" destId="{3370C0AB-9498-436E-8FD0-2DA162A176F1}" srcOrd="5" destOrd="0" presId="urn:microsoft.com/office/officeart/2005/8/layout/vProcess5"/>
    <dgm:cxn modelId="{60AF7BD8-C278-4F7C-8D35-D6939EA2E283}" type="presParOf" srcId="{EE66496E-4061-44B0-8738-A739C1E2145E}" destId="{6E6A1091-A0D6-498B-A177-9E95ABCABF7E}" srcOrd="6" destOrd="0" presId="urn:microsoft.com/office/officeart/2005/8/layout/vProcess5"/>
    <dgm:cxn modelId="{EDE596B4-2BDE-4F74-83A6-7FCE16B1451C}" type="presParOf" srcId="{EE66496E-4061-44B0-8738-A739C1E2145E}" destId="{CEF02E63-1997-487B-9CFA-DB3E430EB637}" srcOrd="7" destOrd="0" presId="urn:microsoft.com/office/officeart/2005/8/layout/vProcess5"/>
    <dgm:cxn modelId="{9BFBE974-DE50-47DA-A2F5-7BAFC3387385}" type="presParOf" srcId="{EE66496E-4061-44B0-8738-A739C1E2145E}" destId="{87B18539-1B48-4AA1-AE5A-C4FAF606D424}" srcOrd="8" destOrd="0" presId="urn:microsoft.com/office/officeart/2005/8/layout/vProcess5"/>
    <dgm:cxn modelId="{5906FD6A-CD20-4619-A043-313CBE1C1EE7}" type="presParOf" srcId="{EE66496E-4061-44B0-8738-A739C1E2145E}" destId="{AEBE7B4C-BB74-4124-BF02-4C17C787A1FB}" srcOrd="9" destOrd="0" presId="urn:microsoft.com/office/officeart/2005/8/layout/vProcess5"/>
    <dgm:cxn modelId="{AB217C9E-A2AF-4540-9028-5D549CAD34E3}" type="presParOf" srcId="{EE66496E-4061-44B0-8738-A739C1E2145E}" destId="{8245D305-3F5A-4A73-8A5B-A668CD8715D1}" srcOrd="10" destOrd="0" presId="urn:microsoft.com/office/officeart/2005/8/layout/vProcess5"/>
    <dgm:cxn modelId="{CDB4565F-8F61-4EBF-A3FC-B74C0A5FD631}" type="presParOf" srcId="{EE66496E-4061-44B0-8738-A739C1E2145E}" destId="{21371D19-447B-4C91-9728-A04A45EDBFA7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531C365-1477-4343-80CF-1470397B838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F63FBF7-6EEE-47A3-B306-A7FDE5A9A373}">
      <dgm:prSet/>
      <dgm:spPr/>
      <dgm:t>
        <a:bodyPr/>
        <a:lstStyle/>
        <a:p>
          <a:r>
            <a:rPr lang="en-US"/>
            <a:t>RFM Model (Recency, Frequency, Monetary)</a:t>
          </a:r>
        </a:p>
      </dgm:t>
    </dgm:pt>
    <dgm:pt modelId="{42E15A83-226D-4B8C-9263-5D821468ACB5}" type="parTrans" cxnId="{923F7634-30D8-4F67-8452-1CCAD6904E77}">
      <dgm:prSet/>
      <dgm:spPr/>
      <dgm:t>
        <a:bodyPr/>
        <a:lstStyle/>
        <a:p>
          <a:endParaRPr lang="en-US"/>
        </a:p>
      </dgm:t>
    </dgm:pt>
    <dgm:pt modelId="{45ABBC4A-4F16-40E8-89A2-44B95A42867D}" type="sibTrans" cxnId="{923F7634-30D8-4F67-8452-1CCAD6904E77}">
      <dgm:prSet/>
      <dgm:spPr/>
      <dgm:t>
        <a:bodyPr/>
        <a:lstStyle/>
        <a:p>
          <a:endParaRPr lang="en-US"/>
        </a:p>
      </dgm:t>
    </dgm:pt>
    <dgm:pt modelId="{75F7BD40-8B38-4040-BBC7-F86EA2FC9DCD}">
      <dgm:prSet/>
      <dgm:spPr/>
      <dgm:t>
        <a:bodyPr/>
        <a:lstStyle/>
        <a:p>
          <a:r>
            <a:rPr lang="en-US"/>
            <a:t>Customer Segmentation</a:t>
          </a:r>
        </a:p>
      </dgm:t>
    </dgm:pt>
    <dgm:pt modelId="{0F7051EF-34FC-4635-9399-EBA9CA52A46B}" type="parTrans" cxnId="{BB0E7CB8-2A6F-4223-A5EA-D78F6F701B7E}">
      <dgm:prSet/>
      <dgm:spPr/>
      <dgm:t>
        <a:bodyPr/>
        <a:lstStyle/>
        <a:p>
          <a:endParaRPr lang="en-US"/>
        </a:p>
      </dgm:t>
    </dgm:pt>
    <dgm:pt modelId="{95B8F4E4-D291-4B6F-925B-B92063AAD532}" type="sibTrans" cxnId="{BB0E7CB8-2A6F-4223-A5EA-D78F6F701B7E}">
      <dgm:prSet/>
      <dgm:spPr/>
      <dgm:t>
        <a:bodyPr/>
        <a:lstStyle/>
        <a:p>
          <a:endParaRPr lang="en-US"/>
        </a:p>
      </dgm:t>
    </dgm:pt>
    <dgm:pt modelId="{EACF4BC3-E13C-4786-B84A-EFBEAAA5C701}">
      <dgm:prSet/>
      <dgm:spPr/>
      <dgm:t>
        <a:bodyPr/>
        <a:lstStyle/>
        <a:p>
          <a:r>
            <a:rPr lang="en-US"/>
            <a:t>Interactive Dashboard</a:t>
          </a:r>
        </a:p>
      </dgm:t>
    </dgm:pt>
    <dgm:pt modelId="{6640ED4D-22C0-4365-A725-6CF20CC62457}" type="parTrans" cxnId="{669120DB-5418-488F-94EB-743AC9FC0C66}">
      <dgm:prSet/>
      <dgm:spPr/>
      <dgm:t>
        <a:bodyPr/>
        <a:lstStyle/>
        <a:p>
          <a:endParaRPr lang="en-US"/>
        </a:p>
      </dgm:t>
    </dgm:pt>
    <dgm:pt modelId="{8FA255CF-4EDD-424D-B2C7-2DF31EA6E948}" type="sibTrans" cxnId="{669120DB-5418-488F-94EB-743AC9FC0C66}">
      <dgm:prSet/>
      <dgm:spPr/>
      <dgm:t>
        <a:bodyPr/>
        <a:lstStyle/>
        <a:p>
          <a:endParaRPr lang="en-US"/>
        </a:p>
      </dgm:t>
    </dgm:pt>
    <dgm:pt modelId="{74B0606E-F1CD-4793-8B6B-A586F424C3C7}">
      <dgm:prSet/>
      <dgm:spPr/>
      <dgm:t>
        <a:bodyPr/>
        <a:lstStyle/>
        <a:p>
          <a:r>
            <a:rPr lang="en-US"/>
            <a:t>Business Insights</a:t>
          </a:r>
        </a:p>
      </dgm:t>
    </dgm:pt>
    <dgm:pt modelId="{5456D461-F6DA-47F6-B961-F5C71F010E49}" type="parTrans" cxnId="{BF5E8DD0-C964-4BE6-9BEF-AB049525E0C0}">
      <dgm:prSet/>
      <dgm:spPr/>
      <dgm:t>
        <a:bodyPr/>
        <a:lstStyle/>
        <a:p>
          <a:endParaRPr lang="en-US"/>
        </a:p>
      </dgm:t>
    </dgm:pt>
    <dgm:pt modelId="{F7850259-F342-4C18-8126-4F48F5DDF692}" type="sibTrans" cxnId="{BF5E8DD0-C964-4BE6-9BEF-AB049525E0C0}">
      <dgm:prSet/>
      <dgm:spPr/>
      <dgm:t>
        <a:bodyPr/>
        <a:lstStyle/>
        <a:p>
          <a:endParaRPr lang="en-US"/>
        </a:p>
      </dgm:t>
    </dgm:pt>
    <dgm:pt modelId="{5FC71447-06FB-4B77-83A4-A3058CE4118A}" type="pres">
      <dgm:prSet presAssocID="{E531C365-1477-4343-80CF-1470397B8386}" presName="linear" presStyleCnt="0">
        <dgm:presLayoutVars>
          <dgm:animLvl val="lvl"/>
          <dgm:resizeHandles val="exact"/>
        </dgm:presLayoutVars>
      </dgm:prSet>
      <dgm:spPr/>
    </dgm:pt>
    <dgm:pt modelId="{3B384984-6812-4ADD-8D64-AE60D0A73A48}" type="pres">
      <dgm:prSet presAssocID="{6F63FBF7-6EEE-47A3-B306-A7FDE5A9A37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8525F6A-E3B2-4931-B792-CB666CA908B6}" type="pres">
      <dgm:prSet presAssocID="{45ABBC4A-4F16-40E8-89A2-44B95A42867D}" presName="spacer" presStyleCnt="0"/>
      <dgm:spPr/>
    </dgm:pt>
    <dgm:pt modelId="{2CAB250C-6364-4500-959F-279F66351508}" type="pres">
      <dgm:prSet presAssocID="{75F7BD40-8B38-4040-BBC7-F86EA2FC9DC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26F5D4E-E948-415F-85A1-0985895823EA}" type="pres">
      <dgm:prSet presAssocID="{95B8F4E4-D291-4B6F-925B-B92063AAD532}" presName="spacer" presStyleCnt="0"/>
      <dgm:spPr/>
    </dgm:pt>
    <dgm:pt modelId="{06C0F361-4087-422C-9B33-5362318A115C}" type="pres">
      <dgm:prSet presAssocID="{EACF4BC3-E13C-4786-B84A-EFBEAAA5C70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34AD0A2-4FB2-49F1-BB87-AF1F412384BC}" type="pres">
      <dgm:prSet presAssocID="{8FA255CF-4EDD-424D-B2C7-2DF31EA6E948}" presName="spacer" presStyleCnt="0"/>
      <dgm:spPr/>
    </dgm:pt>
    <dgm:pt modelId="{5A10890C-D7CB-46C2-AC53-C185923F91A2}" type="pres">
      <dgm:prSet presAssocID="{74B0606E-F1CD-4793-8B6B-A586F424C3C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6587708-7232-44CE-A896-BBCBF37599A5}" type="presOf" srcId="{EACF4BC3-E13C-4786-B84A-EFBEAAA5C701}" destId="{06C0F361-4087-422C-9B33-5362318A115C}" srcOrd="0" destOrd="0" presId="urn:microsoft.com/office/officeart/2005/8/layout/vList2"/>
    <dgm:cxn modelId="{CF0FCD33-52D4-437B-A1DE-E6AA0A5A19D1}" type="presOf" srcId="{E531C365-1477-4343-80CF-1470397B8386}" destId="{5FC71447-06FB-4B77-83A4-A3058CE4118A}" srcOrd="0" destOrd="0" presId="urn:microsoft.com/office/officeart/2005/8/layout/vList2"/>
    <dgm:cxn modelId="{923F7634-30D8-4F67-8452-1CCAD6904E77}" srcId="{E531C365-1477-4343-80CF-1470397B8386}" destId="{6F63FBF7-6EEE-47A3-B306-A7FDE5A9A373}" srcOrd="0" destOrd="0" parTransId="{42E15A83-226D-4B8C-9263-5D821468ACB5}" sibTransId="{45ABBC4A-4F16-40E8-89A2-44B95A42867D}"/>
    <dgm:cxn modelId="{83E8F19F-131E-4B93-A4A3-668F53941A18}" type="presOf" srcId="{75F7BD40-8B38-4040-BBC7-F86EA2FC9DCD}" destId="{2CAB250C-6364-4500-959F-279F66351508}" srcOrd="0" destOrd="0" presId="urn:microsoft.com/office/officeart/2005/8/layout/vList2"/>
    <dgm:cxn modelId="{5A946EB1-EFA4-4AE7-B336-3796764F4C40}" type="presOf" srcId="{6F63FBF7-6EEE-47A3-B306-A7FDE5A9A373}" destId="{3B384984-6812-4ADD-8D64-AE60D0A73A48}" srcOrd="0" destOrd="0" presId="urn:microsoft.com/office/officeart/2005/8/layout/vList2"/>
    <dgm:cxn modelId="{BB0E7CB8-2A6F-4223-A5EA-D78F6F701B7E}" srcId="{E531C365-1477-4343-80CF-1470397B8386}" destId="{75F7BD40-8B38-4040-BBC7-F86EA2FC9DCD}" srcOrd="1" destOrd="0" parTransId="{0F7051EF-34FC-4635-9399-EBA9CA52A46B}" sibTransId="{95B8F4E4-D291-4B6F-925B-B92063AAD532}"/>
    <dgm:cxn modelId="{BF5E8DD0-C964-4BE6-9BEF-AB049525E0C0}" srcId="{E531C365-1477-4343-80CF-1470397B8386}" destId="{74B0606E-F1CD-4793-8B6B-A586F424C3C7}" srcOrd="3" destOrd="0" parTransId="{5456D461-F6DA-47F6-B961-F5C71F010E49}" sibTransId="{F7850259-F342-4C18-8126-4F48F5DDF692}"/>
    <dgm:cxn modelId="{669120DB-5418-488F-94EB-743AC9FC0C66}" srcId="{E531C365-1477-4343-80CF-1470397B8386}" destId="{EACF4BC3-E13C-4786-B84A-EFBEAAA5C701}" srcOrd="2" destOrd="0" parTransId="{6640ED4D-22C0-4365-A725-6CF20CC62457}" sibTransId="{8FA255CF-4EDD-424D-B2C7-2DF31EA6E948}"/>
    <dgm:cxn modelId="{E28278F3-5FE8-4D13-BF2D-45D577AA7923}" type="presOf" srcId="{74B0606E-F1CD-4793-8B6B-A586F424C3C7}" destId="{5A10890C-D7CB-46C2-AC53-C185923F91A2}" srcOrd="0" destOrd="0" presId="urn:microsoft.com/office/officeart/2005/8/layout/vList2"/>
    <dgm:cxn modelId="{F5EEE003-F24A-4AB2-BC1E-F137D9C710C8}" type="presParOf" srcId="{5FC71447-06FB-4B77-83A4-A3058CE4118A}" destId="{3B384984-6812-4ADD-8D64-AE60D0A73A48}" srcOrd="0" destOrd="0" presId="urn:microsoft.com/office/officeart/2005/8/layout/vList2"/>
    <dgm:cxn modelId="{A15FE8FD-B031-4892-AE45-65132B0B7A5D}" type="presParOf" srcId="{5FC71447-06FB-4B77-83A4-A3058CE4118A}" destId="{C8525F6A-E3B2-4931-B792-CB666CA908B6}" srcOrd="1" destOrd="0" presId="urn:microsoft.com/office/officeart/2005/8/layout/vList2"/>
    <dgm:cxn modelId="{CB4BF598-6585-4ADF-84C0-B329C83B3023}" type="presParOf" srcId="{5FC71447-06FB-4B77-83A4-A3058CE4118A}" destId="{2CAB250C-6364-4500-959F-279F66351508}" srcOrd="2" destOrd="0" presId="urn:microsoft.com/office/officeart/2005/8/layout/vList2"/>
    <dgm:cxn modelId="{620BD56A-1729-46A7-9DC0-5ECBC4D8BB47}" type="presParOf" srcId="{5FC71447-06FB-4B77-83A4-A3058CE4118A}" destId="{A26F5D4E-E948-415F-85A1-0985895823EA}" srcOrd="3" destOrd="0" presId="urn:microsoft.com/office/officeart/2005/8/layout/vList2"/>
    <dgm:cxn modelId="{4D5619C0-E069-4600-A040-F49DFAC978B1}" type="presParOf" srcId="{5FC71447-06FB-4B77-83A4-A3058CE4118A}" destId="{06C0F361-4087-422C-9B33-5362318A115C}" srcOrd="4" destOrd="0" presId="urn:microsoft.com/office/officeart/2005/8/layout/vList2"/>
    <dgm:cxn modelId="{55781BD3-9523-4129-B25E-3DADDAE29E48}" type="presParOf" srcId="{5FC71447-06FB-4B77-83A4-A3058CE4118A}" destId="{634AD0A2-4FB2-49F1-BB87-AF1F412384BC}" srcOrd="5" destOrd="0" presId="urn:microsoft.com/office/officeart/2005/8/layout/vList2"/>
    <dgm:cxn modelId="{4D8A16B3-0811-4ECE-81B5-B66855D6C51F}" type="presParOf" srcId="{5FC71447-06FB-4B77-83A4-A3058CE4118A}" destId="{5A10890C-D7CB-46C2-AC53-C185923F91A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3C7275A-99CB-45B9-AF26-8ABB768C51C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F69CF0C9-C19F-4D22-908A-FE915208008F}">
      <dgm:prSet/>
      <dgm:spPr/>
      <dgm:t>
        <a:bodyPr/>
        <a:lstStyle/>
        <a:p>
          <a:pPr>
            <a:defRPr cap="all"/>
          </a:pPr>
          <a:r>
            <a:rPr lang="en-US"/>
            <a:t>Raw Data → SQL → Python → CSV → Power BI</a:t>
          </a:r>
        </a:p>
      </dgm:t>
    </dgm:pt>
    <dgm:pt modelId="{9E6B0E75-4DF9-4F51-8B29-26285B6B7DA9}" type="parTrans" cxnId="{67AF086A-C3AA-4A94-A52C-B80351A543B7}">
      <dgm:prSet/>
      <dgm:spPr/>
      <dgm:t>
        <a:bodyPr/>
        <a:lstStyle/>
        <a:p>
          <a:endParaRPr lang="en-US"/>
        </a:p>
      </dgm:t>
    </dgm:pt>
    <dgm:pt modelId="{594C1CCC-F00A-4D06-A83B-75E706F6412E}" type="sibTrans" cxnId="{67AF086A-C3AA-4A94-A52C-B80351A543B7}">
      <dgm:prSet/>
      <dgm:spPr/>
      <dgm:t>
        <a:bodyPr/>
        <a:lstStyle/>
        <a:p>
          <a:endParaRPr lang="en-US"/>
        </a:p>
      </dgm:t>
    </dgm:pt>
    <dgm:pt modelId="{AD679209-1F7A-47DD-96DF-5A30BA0EFF0A}">
      <dgm:prSet/>
      <dgm:spPr/>
      <dgm:t>
        <a:bodyPr/>
        <a:lstStyle/>
        <a:p>
          <a:pPr>
            <a:defRPr cap="all"/>
          </a:pPr>
          <a:r>
            <a:rPr lang="en-US"/>
            <a:t>Tools: SQL, Python, Power BI</a:t>
          </a:r>
        </a:p>
      </dgm:t>
    </dgm:pt>
    <dgm:pt modelId="{C70C5F28-DA17-4F1B-8032-D0E9AA180F67}" type="parTrans" cxnId="{FD1C5053-3E1C-4450-B9C6-586178E4DAC5}">
      <dgm:prSet/>
      <dgm:spPr/>
      <dgm:t>
        <a:bodyPr/>
        <a:lstStyle/>
        <a:p>
          <a:endParaRPr lang="en-US"/>
        </a:p>
      </dgm:t>
    </dgm:pt>
    <dgm:pt modelId="{FA8970C3-0AA9-4D96-831A-188575A47B29}" type="sibTrans" cxnId="{FD1C5053-3E1C-4450-B9C6-586178E4DAC5}">
      <dgm:prSet/>
      <dgm:spPr/>
      <dgm:t>
        <a:bodyPr/>
        <a:lstStyle/>
        <a:p>
          <a:endParaRPr lang="en-US"/>
        </a:p>
      </dgm:t>
    </dgm:pt>
    <dgm:pt modelId="{B71D1E16-459B-47F6-A4E0-0C6137D8454F}" type="pres">
      <dgm:prSet presAssocID="{E3C7275A-99CB-45B9-AF26-8ABB768C51CC}" presName="root" presStyleCnt="0">
        <dgm:presLayoutVars>
          <dgm:dir/>
          <dgm:resizeHandles val="exact"/>
        </dgm:presLayoutVars>
      </dgm:prSet>
      <dgm:spPr/>
    </dgm:pt>
    <dgm:pt modelId="{7402105B-2B29-4FE0-BA4B-D945EEC4BD70}" type="pres">
      <dgm:prSet presAssocID="{F69CF0C9-C19F-4D22-908A-FE915208008F}" presName="compNode" presStyleCnt="0"/>
      <dgm:spPr/>
    </dgm:pt>
    <dgm:pt modelId="{333E9901-5411-4E7D-A124-11D844133DD3}" type="pres">
      <dgm:prSet presAssocID="{F69CF0C9-C19F-4D22-908A-FE915208008F}" presName="iconBgRect" presStyleLbl="bgShp" presStyleIdx="0" presStyleCnt="2"/>
      <dgm:spPr/>
    </dgm:pt>
    <dgm:pt modelId="{A43BFAD6-1D83-4461-A6F7-9BD78184554D}" type="pres">
      <dgm:prSet presAssocID="{F69CF0C9-C19F-4D22-908A-FE915208008F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034992B-72FB-4CEE-AF38-57D03AD8F687}" type="pres">
      <dgm:prSet presAssocID="{F69CF0C9-C19F-4D22-908A-FE915208008F}" presName="spaceRect" presStyleCnt="0"/>
      <dgm:spPr/>
    </dgm:pt>
    <dgm:pt modelId="{E6B3663B-B2D5-4FFD-A37B-8FD417990F70}" type="pres">
      <dgm:prSet presAssocID="{F69CF0C9-C19F-4D22-908A-FE915208008F}" presName="textRect" presStyleLbl="revTx" presStyleIdx="0" presStyleCnt="2">
        <dgm:presLayoutVars>
          <dgm:chMax val="1"/>
          <dgm:chPref val="1"/>
        </dgm:presLayoutVars>
      </dgm:prSet>
      <dgm:spPr/>
    </dgm:pt>
    <dgm:pt modelId="{E1C37287-D6DD-4329-991B-720F08446FF1}" type="pres">
      <dgm:prSet presAssocID="{594C1CCC-F00A-4D06-A83B-75E706F6412E}" presName="sibTrans" presStyleCnt="0"/>
      <dgm:spPr/>
    </dgm:pt>
    <dgm:pt modelId="{E902F8D0-6C73-4EC9-8AF5-F60DADF80DF9}" type="pres">
      <dgm:prSet presAssocID="{AD679209-1F7A-47DD-96DF-5A30BA0EFF0A}" presName="compNode" presStyleCnt="0"/>
      <dgm:spPr/>
    </dgm:pt>
    <dgm:pt modelId="{61DB617C-2448-4E5A-86E5-DA980503D883}" type="pres">
      <dgm:prSet presAssocID="{AD679209-1F7A-47DD-96DF-5A30BA0EFF0A}" presName="iconBgRect" presStyleLbl="bgShp" presStyleIdx="1" presStyleCnt="2"/>
      <dgm:spPr/>
    </dgm:pt>
    <dgm:pt modelId="{8DA3D1FB-9D66-4945-9C08-844CC31C0FE1}" type="pres">
      <dgm:prSet presAssocID="{AD679209-1F7A-47DD-96DF-5A30BA0EFF0A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D6D3A927-760D-4AAC-94FF-1E25DA6125A1}" type="pres">
      <dgm:prSet presAssocID="{AD679209-1F7A-47DD-96DF-5A30BA0EFF0A}" presName="spaceRect" presStyleCnt="0"/>
      <dgm:spPr/>
    </dgm:pt>
    <dgm:pt modelId="{CAC92A91-D3EF-4B82-B09C-66BD68EAB61A}" type="pres">
      <dgm:prSet presAssocID="{AD679209-1F7A-47DD-96DF-5A30BA0EFF0A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7AF086A-C3AA-4A94-A52C-B80351A543B7}" srcId="{E3C7275A-99CB-45B9-AF26-8ABB768C51CC}" destId="{F69CF0C9-C19F-4D22-908A-FE915208008F}" srcOrd="0" destOrd="0" parTransId="{9E6B0E75-4DF9-4F51-8B29-26285B6B7DA9}" sibTransId="{594C1CCC-F00A-4D06-A83B-75E706F6412E}"/>
    <dgm:cxn modelId="{BA4B9A71-75EE-48A7-9FA0-B1A54CCD3319}" type="presOf" srcId="{E3C7275A-99CB-45B9-AF26-8ABB768C51CC}" destId="{B71D1E16-459B-47F6-A4E0-0C6137D8454F}" srcOrd="0" destOrd="0" presId="urn:microsoft.com/office/officeart/2018/5/layout/IconCircleLabelList"/>
    <dgm:cxn modelId="{FD1C5053-3E1C-4450-B9C6-586178E4DAC5}" srcId="{E3C7275A-99CB-45B9-AF26-8ABB768C51CC}" destId="{AD679209-1F7A-47DD-96DF-5A30BA0EFF0A}" srcOrd="1" destOrd="0" parTransId="{C70C5F28-DA17-4F1B-8032-D0E9AA180F67}" sibTransId="{FA8970C3-0AA9-4D96-831A-188575A47B29}"/>
    <dgm:cxn modelId="{0BB25680-F8FF-4C30-A9A2-164DCC7D9F4F}" type="presOf" srcId="{F69CF0C9-C19F-4D22-908A-FE915208008F}" destId="{E6B3663B-B2D5-4FFD-A37B-8FD417990F70}" srcOrd="0" destOrd="0" presId="urn:microsoft.com/office/officeart/2018/5/layout/IconCircleLabelList"/>
    <dgm:cxn modelId="{30B2D0F1-E6B2-4372-863F-E09C07108254}" type="presOf" srcId="{AD679209-1F7A-47DD-96DF-5A30BA0EFF0A}" destId="{CAC92A91-D3EF-4B82-B09C-66BD68EAB61A}" srcOrd="0" destOrd="0" presId="urn:microsoft.com/office/officeart/2018/5/layout/IconCircleLabelList"/>
    <dgm:cxn modelId="{7B94F946-D523-460B-8D6B-855C094B0391}" type="presParOf" srcId="{B71D1E16-459B-47F6-A4E0-0C6137D8454F}" destId="{7402105B-2B29-4FE0-BA4B-D945EEC4BD70}" srcOrd="0" destOrd="0" presId="urn:microsoft.com/office/officeart/2018/5/layout/IconCircleLabelList"/>
    <dgm:cxn modelId="{BEA5C326-A9C9-40E8-930A-83DAC9FFAB19}" type="presParOf" srcId="{7402105B-2B29-4FE0-BA4B-D945EEC4BD70}" destId="{333E9901-5411-4E7D-A124-11D844133DD3}" srcOrd="0" destOrd="0" presId="urn:microsoft.com/office/officeart/2018/5/layout/IconCircleLabelList"/>
    <dgm:cxn modelId="{D0DC7592-9F47-4FFB-A4C6-81FBCDA91B68}" type="presParOf" srcId="{7402105B-2B29-4FE0-BA4B-D945EEC4BD70}" destId="{A43BFAD6-1D83-4461-A6F7-9BD78184554D}" srcOrd="1" destOrd="0" presId="urn:microsoft.com/office/officeart/2018/5/layout/IconCircleLabelList"/>
    <dgm:cxn modelId="{1C878D56-170D-4D16-8860-AB8F534CA04F}" type="presParOf" srcId="{7402105B-2B29-4FE0-BA4B-D945EEC4BD70}" destId="{9034992B-72FB-4CEE-AF38-57D03AD8F687}" srcOrd="2" destOrd="0" presId="urn:microsoft.com/office/officeart/2018/5/layout/IconCircleLabelList"/>
    <dgm:cxn modelId="{F6B265EC-D59E-4515-9025-67B5D66A880F}" type="presParOf" srcId="{7402105B-2B29-4FE0-BA4B-D945EEC4BD70}" destId="{E6B3663B-B2D5-4FFD-A37B-8FD417990F70}" srcOrd="3" destOrd="0" presId="urn:microsoft.com/office/officeart/2018/5/layout/IconCircleLabelList"/>
    <dgm:cxn modelId="{611E3DF0-D8EE-46A4-AEF4-E432C8FEB8AC}" type="presParOf" srcId="{B71D1E16-459B-47F6-A4E0-0C6137D8454F}" destId="{E1C37287-D6DD-4329-991B-720F08446FF1}" srcOrd="1" destOrd="0" presId="urn:microsoft.com/office/officeart/2018/5/layout/IconCircleLabelList"/>
    <dgm:cxn modelId="{595DB349-DD95-4148-8F81-95E71D8465B5}" type="presParOf" srcId="{B71D1E16-459B-47F6-A4E0-0C6137D8454F}" destId="{E902F8D0-6C73-4EC9-8AF5-F60DADF80DF9}" srcOrd="2" destOrd="0" presId="urn:microsoft.com/office/officeart/2018/5/layout/IconCircleLabelList"/>
    <dgm:cxn modelId="{19A99339-8914-4099-B51B-8458C2867967}" type="presParOf" srcId="{E902F8D0-6C73-4EC9-8AF5-F60DADF80DF9}" destId="{61DB617C-2448-4E5A-86E5-DA980503D883}" srcOrd="0" destOrd="0" presId="urn:microsoft.com/office/officeart/2018/5/layout/IconCircleLabelList"/>
    <dgm:cxn modelId="{E061DC28-DA50-455F-AAC1-4EDD09BE3FB1}" type="presParOf" srcId="{E902F8D0-6C73-4EC9-8AF5-F60DADF80DF9}" destId="{8DA3D1FB-9D66-4945-9C08-844CC31C0FE1}" srcOrd="1" destOrd="0" presId="urn:microsoft.com/office/officeart/2018/5/layout/IconCircleLabelList"/>
    <dgm:cxn modelId="{066A9C63-3B1D-4889-BF65-B96E57E916DA}" type="presParOf" srcId="{E902F8D0-6C73-4EC9-8AF5-F60DADF80DF9}" destId="{D6D3A927-760D-4AAC-94FF-1E25DA6125A1}" srcOrd="2" destOrd="0" presId="urn:microsoft.com/office/officeart/2018/5/layout/IconCircleLabelList"/>
    <dgm:cxn modelId="{525BE143-458F-4205-A316-0BEF44B1E315}" type="presParOf" srcId="{E902F8D0-6C73-4EC9-8AF5-F60DADF80DF9}" destId="{CAC92A91-D3EF-4B82-B09C-66BD68EAB61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3C7275A-99CB-45B9-AF26-8ABB768C51C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C5B25E8B-A12E-4EA3-9D52-9456227B7333}" type="pres">
      <dgm:prSet presAssocID="{E3C7275A-99CB-45B9-AF26-8ABB768C51CC}" presName="root" presStyleCnt="0">
        <dgm:presLayoutVars>
          <dgm:dir/>
          <dgm:resizeHandles val="exact"/>
        </dgm:presLayoutVars>
      </dgm:prSet>
      <dgm:spPr/>
    </dgm:pt>
  </dgm:ptLst>
  <dgm:cxnLst>
    <dgm:cxn modelId="{245F9D0B-F5FF-45BE-B4E4-743691FC9DF6}" type="presOf" srcId="{E3C7275A-99CB-45B9-AF26-8ABB768C51CC}" destId="{C5B25E8B-A12E-4EA3-9D52-9456227B7333}" srcOrd="0" destOrd="0" presId="urn:microsoft.com/office/officeart/2018/2/layout/IconLabelList"/>
  </dgm:cxnLst>
  <dgm:bg>
    <a:blipFill>
      <a:blip xmlns:r="http://schemas.openxmlformats.org/officeDocument/2006/relationships" r:embed="rId1"/>
      <a:stretch>
        <a:fillRect/>
      </a:stretch>
    </a:blip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E1E7C6C-3A1E-41FE-B681-1E2D08762BA9}" type="doc">
      <dgm:prSet loTypeId="urn:microsoft.com/office/officeart/2008/layout/LinedList" loCatId="list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D3F8015-1B2C-455F-B1B1-5A0B2438E0E9}">
      <dgm:prSet/>
      <dgm:spPr/>
      <dgm:t>
        <a:bodyPr/>
        <a:lstStyle/>
        <a:p>
          <a:pPr>
            <a:defRPr cap="all"/>
          </a:pPr>
          <a:r>
            <a:rPr lang="en-US"/>
            <a:t>Champions generate highest revenue</a:t>
          </a:r>
        </a:p>
      </dgm:t>
    </dgm:pt>
    <dgm:pt modelId="{E3AF0410-8B87-4E15-8DFA-BDBEDBC9351B}" type="parTrans" cxnId="{3466E197-079E-4955-95C4-05F39227E956}">
      <dgm:prSet/>
      <dgm:spPr/>
      <dgm:t>
        <a:bodyPr/>
        <a:lstStyle/>
        <a:p>
          <a:endParaRPr lang="en-US"/>
        </a:p>
      </dgm:t>
    </dgm:pt>
    <dgm:pt modelId="{480F2996-9636-478A-8534-2454DC7A08DA}" type="sibTrans" cxnId="{3466E197-079E-4955-95C4-05F39227E956}">
      <dgm:prSet/>
      <dgm:spPr/>
      <dgm:t>
        <a:bodyPr/>
        <a:lstStyle/>
        <a:p>
          <a:endParaRPr lang="en-US"/>
        </a:p>
      </dgm:t>
    </dgm:pt>
    <dgm:pt modelId="{C9DB8379-9E75-4653-9D78-533AC7425674}">
      <dgm:prSet/>
      <dgm:spPr/>
      <dgm:t>
        <a:bodyPr/>
        <a:lstStyle/>
        <a:p>
          <a:pPr>
            <a:defRPr cap="all"/>
          </a:pPr>
          <a:r>
            <a:rPr lang="en-US"/>
            <a:t>At-Risk customers need attention</a:t>
          </a:r>
        </a:p>
      </dgm:t>
    </dgm:pt>
    <dgm:pt modelId="{38A38951-BA43-4BF8-95E1-E8E1A4D2E1E0}" type="parTrans" cxnId="{AD3C75B6-86F8-412C-A522-EC9ED419A9B6}">
      <dgm:prSet/>
      <dgm:spPr/>
      <dgm:t>
        <a:bodyPr/>
        <a:lstStyle/>
        <a:p>
          <a:endParaRPr lang="en-US"/>
        </a:p>
      </dgm:t>
    </dgm:pt>
    <dgm:pt modelId="{DB205979-61E1-42B7-B021-0FCBDD3DA872}" type="sibTrans" cxnId="{AD3C75B6-86F8-412C-A522-EC9ED419A9B6}">
      <dgm:prSet/>
      <dgm:spPr/>
      <dgm:t>
        <a:bodyPr/>
        <a:lstStyle/>
        <a:p>
          <a:endParaRPr lang="en-US"/>
        </a:p>
      </dgm:t>
    </dgm:pt>
    <dgm:pt modelId="{877FFC52-9EB4-4304-8365-C6F5EE5F48D0}">
      <dgm:prSet/>
      <dgm:spPr/>
      <dgm:t>
        <a:bodyPr/>
        <a:lstStyle/>
        <a:p>
          <a:pPr>
            <a:defRPr cap="all"/>
          </a:pPr>
          <a:r>
            <a:rPr lang="en-US"/>
            <a:t>Loyal customers are stable</a:t>
          </a:r>
        </a:p>
      </dgm:t>
    </dgm:pt>
    <dgm:pt modelId="{AA4854E3-E2DE-4C80-B2EE-E4E30AEF7FCE}" type="parTrans" cxnId="{00E72116-8460-4F3F-8397-12EB5FB13D63}">
      <dgm:prSet/>
      <dgm:spPr/>
      <dgm:t>
        <a:bodyPr/>
        <a:lstStyle/>
        <a:p>
          <a:endParaRPr lang="en-US"/>
        </a:p>
      </dgm:t>
    </dgm:pt>
    <dgm:pt modelId="{DF774462-A35D-4957-A21D-48240EA7183B}" type="sibTrans" cxnId="{00E72116-8460-4F3F-8397-12EB5FB13D63}">
      <dgm:prSet/>
      <dgm:spPr/>
      <dgm:t>
        <a:bodyPr/>
        <a:lstStyle/>
        <a:p>
          <a:endParaRPr lang="en-US"/>
        </a:p>
      </dgm:t>
    </dgm:pt>
    <dgm:pt modelId="{B85D956F-0926-4D29-825D-C40B20134E9F}">
      <dgm:prSet/>
      <dgm:spPr/>
      <dgm:t>
        <a:bodyPr/>
        <a:lstStyle/>
        <a:p>
          <a:pPr>
            <a:defRPr cap="all"/>
          </a:pPr>
          <a:r>
            <a:rPr lang="en-US"/>
            <a:t>Retention opportunities exist</a:t>
          </a:r>
        </a:p>
      </dgm:t>
    </dgm:pt>
    <dgm:pt modelId="{B41BBC33-F2D5-4630-A963-D84D900D74EB}" type="parTrans" cxnId="{7912D81C-48B8-4388-9100-B8F6B4D20FD9}">
      <dgm:prSet/>
      <dgm:spPr/>
      <dgm:t>
        <a:bodyPr/>
        <a:lstStyle/>
        <a:p>
          <a:endParaRPr lang="en-US"/>
        </a:p>
      </dgm:t>
    </dgm:pt>
    <dgm:pt modelId="{E97D4AE3-CAA5-4B8C-8FAF-E960A4B2F2A3}" type="sibTrans" cxnId="{7912D81C-48B8-4388-9100-B8F6B4D20FD9}">
      <dgm:prSet/>
      <dgm:spPr/>
      <dgm:t>
        <a:bodyPr/>
        <a:lstStyle/>
        <a:p>
          <a:endParaRPr lang="en-US"/>
        </a:p>
      </dgm:t>
    </dgm:pt>
    <dgm:pt modelId="{2E9DAEB2-4B17-4FB1-BB8F-D4FEEB9E84F7}" type="pres">
      <dgm:prSet presAssocID="{3E1E7C6C-3A1E-41FE-B681-1E2D08762BA9}" presName="vert0" presStyleCnt="0">
        <dgm:presLayoutVars>
          <dgm:dir/>
          <dgm:animOne val="branch"/>
          <dgm:animLvl val="lvl"/>
        </dgm:presLayoutVars>
      </dgm:prSet>
      <dgm:spPr/>
    </dgm:pt>
    <dgm:pt modelId="{297B3AD5-5145-4FD0-944E-735A40281E95}" type="pres">
      <dgm:prSet presAssocID="{3D3F8015-1B2C-455F-B1B1-5A0B2438E0E9}" presName="thickLine" presStyleLbl="alignNode1" presStyleIdx="0" presStyleCnt="4"/>
      <dgm:spPr/>
    </dgm:pt>
    <dgm:pt modelId="{EE9A3BF5-C051-477B-9248-E06AF354372B}" type="pres">
      <dgm:prSet presAssocID="{3D3F8015-1B2C-455F-B1B1-5A0B2438E0E9}" presName="horz1" presStyleCnt="0"/>
      <dgm:spPr/>
    </dgm:pt>
    <dgm:pt modelId="{0102F407-B943-4A36-AA31-4ED0A992037E}" type="pres">
      <dgm:prSet presAssocID="{3D3F8015-1B2C-455F-B1B1-5A0B2438E0E9}" presName="tx1" presStyleLbl="revTx" presStyleIdx="0" presStyleCnt="4"/>
      <dgm:spPr/>
    </dgm:pt>
    <dgm:pt modelId="{448B96A1-92C0-4C7F-95DC-110BD9FB201E}" type="pres">
      <dgm:prSet presAssocID="{3D3F8015-1B2C-455F-B1B1-5A0B2438E0E9}" presName="vert1" presStyleCnt="0"/>
      <dgm:spPr/>
    </dgm:pt>
    <dgm:pt modelId="{376CB784-C6AA-41A1-99D6-61ABFC9A84AB}" type="pres">
      <dgm:prSet presAssocID="{C9DB8379-9E75-4653-9D78-533AC7425674}" presName="thickLine" presStyleLbl="alignNode1" presStyleIdx="1" presStyleCnt="4"/>
      <dgm:spPr/>
    </dgm:pt>
    <dgm:pt modelId="{0D4B01B4-4819-43CC-9669-FC7EC48B1258}" type="pres">
      <dgm:prSet presAssocID="{C9DB8379-9E75-4653-9D78-533AC7425674}" presName="horz1" presStyleCnt="0"/>
      <dgm:spPr/>
    </dgm:pt>
    <dgm:pt modelId="{EAD101D1-BE1C-47FA-A520-83C0AD6F3F84}" type="pres">
      <dgm:prSet presAssocID="{C9DB8379-9E75-4653-9D78-533AC7425674}" presName="tx1" presStyleLbl="revTx" presStyleIdx="1" presStyleCnt="4"/>
      <dgm:spPr/>
    </dgm:pt>
    <dgm:pt modelId="{9005CB0C-5875-442A-A68E-4092E3C50817}" type="pres">
      <dgm:prSet presAssocID="{C9DB8379-9E75-4653-9D78-533AC7425674}" presName="vert1" presStyleCnt="0"/>
      <dgm:spPr/>
    </dgm:pt>
    <dgm:pt modelId="{446903F9-A494-492F-BB2F-5813D10F41AB}" type="pres">
      <dgm:prSet presAssocID="{877FFC52-9EB4-4304-8365-C6F5EE5F48D0}" presName="thickLine" presStyleLbl="alignNode1" presStyleIdx="2" presStyleCnt="4"/>
      <dgm:spPr/>
    </dgm:pt>
    <dgm:pt modelId="{436543C0-500A-4D60-873E-6DBD95D64295}" type="pres">
      <dgm:prSet presAssocID="{877FFC52-9EB4-4304-8365-C6F5EE5F48D0}" presName="horz1" presStyleCnt="0"/>
      <dgm:spPr/>
    </dgm:pt>
    <dgm:pt modelId="{09EFABBF-3DF0-4970-AB71-3A571E55BFE8}" type="pres">
      <dgm:prSet presAssocID="{877FFC52-9EB4-4304-8365-C6F5EE5F48D0}" presName="tx1" presStyleLbl="revTx" presStyleIdx="2" presStyleCnt="4"/>
      <dgm:spPr/>
    </dgm:pt>
    <dgm:pt modelId="{F286800A-5A16-491C-80A1-EEDF50384DEE}" type="pres">
      <dgm:prSet presAssocID="{877FFC52-9EB4-4304-8365-C6F5EE5F48D0}" presName="vert1" presStyleCnt="0"/>
      <dgm:spPr/>
    </dgm:pt>
    <dgm:pt modelId="{6862A102-9D80-499E-8FF3-6183489F36D9}" type="pres">
      <dgm:prSet presAssocID="{B85D956F-0926-4D29-825D-C40B20134E9F}" presName="thickLine" presStyleLbl="alignNode1" presStyleIdx="3" presStyleCnt="4"/>
      <dgm:spPr/>
    </dgm:pt>
    <dgm:pt modelId="{1616633A-470F-4B85-8B2F-82FC721542D6}" type="pres">
      <dgm:prSet presAssocID="{B85D956F-0926-4D29-825D-C40B20134E9F}" presName="horz1" presStyleCnt="0"/>
      <dgm:spPr/>
    </dgm:pt>
    <dgm:pt modelId="{53AE032C-14E8-4BF4-AC81-A58228F09FFB}" type="pres">
      <dgm:prSet presAssocID="{B85D956F-0926-4D29-825D-C40B20134E9F}" presName="tx1" presStyleLbl="revTx" presStyleIdx="3" presStyleCnt="4"/>
      <dgm:spPr/>
    </dgm:pt>
    <dgm:pt modelId="{FB242119-1467-4D4F-A0C0-DF984708F12C}" type="pres">
      <dgm:prSet presAssocID="{B85D956F-0926-4D29-825D-C40B20134E9F}" presName="vert1" presStyleCnt="0"/>
      <dgm:spPr/>
    </dgm:pt>
  </dgm:ptLst>
  <dgm:cxnLst>
    <dgm:cxn modelId="{00E72116-8460-4F3F-8397-12EB5FB13D63}" srcId="{3E1E7C6C-3A1E-41FE-B681-1E2D08762BA9}" destId="{877FFC52-9EB4-4304-8365-C6F5EE5F48D0}" srcOrd="2" destOrd="0" parTransId="{AA4854E3-E2DE-4C80-B2EE-E4E30AEF7FCE}" sibTransId="{DF774462-A35D-4957-A21D-48240EA7183B}"/>
    <dgm:cxn modelId="{7912D81C-48B8-4388-9100-B8F6B4D20FD9}" srcId="{3E1E7C6C-3A1E-41FE-B681-1E2D08762BA9}" destId="{B85D956F-0926-4D29-825D-C40B20134E9F}" srcOrd="3" destOrd="0" parTransId="{B41BBC33-F2D5-4630-A963-D84D900D74EB}" sibTransId="{E97D4AE3-CAA5-4B8C-8FAF-E960A4B2F2A3}"/>
    <dgm:cxn modelId="{B5A3C52E-4102-4A47-A740-0CE83C240999}" type="presOf" srcId="{877FFC52-9EB4-4304-8365-C6F5EE5F48D0}" destId="{09EFABBF-3DF0-4970-AB71-3A571E55BFE8}" srcOrd="0" destOrd="0" presId="urn:microsoft.com/office/officeart/2008/layout/LinedList"/>
    <dgm:cxn modelId="{EEE00664-E588-47DF-B5A2-E708DBABC2DB}" type="presOf" srcId="{3D3F8015-1B2C-455F-B1B1-5A0B2438E0E9}" destId="{0102F407-B943-4A36-AA31-4ED0A992037E}" srcOrd="0" destOrd="0" presId="urn:microsoft.com/office/officeart/2008/layout/LinedList"/>
    <dgm:cxn modelId="{3449A691-831E-43A6-B43F-38731ABB3675}" type="presOf" srcId="{C9DB8379-9E75-4653-9D78-533AC7425674}" destId="{EAD101D1-BE1C-47FA-A520-83C0AD6F3F84}" srcOrd="0" destOrd="0" presId="urn:microsoft.com/office/officeart/2008/layout/LinedList"/>
    <dgm:cxn modelId="{AC566492-1546-4671-A2B5-97B71FB87B77}" type="presOf" srcId="{B85D956F-0926-4D29-825D-C40B20134E9F}" destId="{53AE032C-14E8-4BF4-AC81-A58228F09FFB}" srcOrd="0" destOrd="0" presId="urn:microsoft.com/office/officeart/2008/layout/LinedList"/>
    <dgm:cxn modelId="{3466E197-079E-4955-95C4-05F39227E956}" srcId="{3E1E7C6C-3A1E-41FE-B681-1E2D08762BA9}" destId="{3D3F8015-1B2C-455F-B1B1-5A0B2438E0E9}" srcOrd="0" destOrd="0" parTransId="{E3AF0410-8B87-4E15-8DFA-BDBEDBC9351B}" sibTransId="{480F2996-9636-478A-8534-2454DC7A08DA}"/>
    <dgm:cxn modelId="{AD3C75B6-86F8-412C-A522-EC9ED419A9B6}" srcId="{3E1E7C6C-3A1E-41FE-B681-1E2D08762BA9}" destId="{C9DB8379-9E75-4653-9D78-533AC7425674}" srcOrd="1" destOrd="0" parTransId="{38A38951-BA43-4BF8-95E1-E8E1A4D2E1E0}" sibTransId="{DB205979-61E1-42B7-B021-0FCBDD3DA872}"/>
    <dgm:cxn modelId="{6F409DCC-29BF-492F-8D03-0F70E7D775DE}" type="presOf" srcId="{3E1E7C6C-3A1E-41FE-B681-1E2D08762BA9}" destId="{2E9DAEB2-4B17-4FB1-BB8F-D4FEEB9E84F7}" srcOrd="0" destOrd="0" presId="urn:microsoft.com/office/officeart/2008/layout/LinedList"/>
    <dgm:cxn modelId="{9D96D1E3-6076-497E-8278-6ED966D3E239}" type="presParOf" srcId="{2E9DAEB2-4B17-4FB1-BB8F-D4FEEB9E84F7}" destId="{297B3AD5-5145-4FD0-944E-735A40281E95}" srcOrd="0" destOrd="0" presId="urn:microsoft.com/office/officeart/2008/layout/LinedList"/>
    <dgm:cxn modelId="{8893B3ED-E695-4B5F-A6E1-267921E0C729}" type="presParOf" srcId="{2E9DAEB2-4B17-4FB1-BB8F-D4FEEB9E84F7}" destId="{EE9A3BF5-C051-477B-9248-E06AF354372B}" srcOrd="1" destOrd="0" presId="urn:microsoft.com/office/officeart/2008/layout/LinedList"/>
    <dgm:cxn modelId="{230F0E03-7984-4809-8979-902773799B86}" type="presParOf" srcId="{EE9A3BF5-C051-477B-9248-E06AF354372B}" destId="{0102F407-B943-4A36-AA31-4ED0A992037E}" srcOrd="0" destOrd="0" presId="urn:microsoft.com/office/officeart/2008/layout/LinedList"/>
    <dgm:cxn modelId="{AFD3A14C-820B-4300-83D3-B818EC922A70}" type="presParOf" srcId="{EE9A3BF5-C051-477B-9248-E06AF354372B}" destId="{448B96A1-92C0-4C7F-95DC-110BD9FB201E}" srcOrd="1" destOrd="0" presId="urn:microsoft.com/office/officeart/2008/layout/LinedList"/>
    <dgm:cxn modelId="{732966C5-C25D-4539-B9C2-B77D42EC3772}" type="presParOf" srcId="{2E9DAEB2-4B17-4FB1-BB8F-D4FEEB9E84F7}" destId="{376CB784-C6AA-41A1-99D6-61ABFC9A84AB}" srcOrd="2" destOrd="0" presId="urn:microsoft.com/office/officeart/2008/layout/LinedList"/>
    <dgm:cxn modelId="{75C13288-8FE3-472A-981B-7CE4B0A30017}" type="presParOf" srcId="{2E9DAEB2-4B17-4FB1-BB8F-D4FEEB9E84F7}" destId="{0D4B01B4-4819-43CC-9669-FC7EC48B1258}" srcOrd="3" destOrd="0" presId="urn:microsoft.com/office/officeart/2008/layout/LinedList"/>
    <dgm:cxn modelId="{823719A6-6CE7-4911-ACE9-2EEBD0CE6208}" type="presParOf" srcId="{0D4B01B4-4819-43CC-9669-FC7EC48B1258}" destId="{EAD101D1-BE1C-47FA-A520-83C0AD6F3F84}" srcOrd="0" destOrd="0" presId="urn:microsoft.com/office/officeart/2008/layout/LinedList"/>
    <dgm:cxn modelId="{F89F6417-5F82-4D73-8D1A-A97140867815}" type="presParOf" srcId="{0D4B01B4-4819-43CC-9669-FC7EC48B1258}" destId="{9005CB0C-5875-442A-A68E-4092E3C50817}" srcOrd="1" destOrd="0" presId="urn:microsoft.com/office/officeart/2008/layout/LinedList"/>
    <dgm:cxn modelId="{CA31C071-BA1A-4DFC-8480-441DDCAEBD93}" type="presParOf" srcId="{2E9DAEB2-4B17-4FB1-BB8F-D4FEEB9E84F7}" destId="{446903F9-A494-492F-BB2F-5813D10F41AB}" srcOrd="4" destOrd="0" presId="urn:microsoft.com/office/officeart/2008/layout/LinedList"/>
    <dgm:cxn modelId="{F47636E8-3954-41BF-BE0F-98E11850C436}" type="presParOf" srcId="{2E9DAEB2-4B17-4FB1-BB8F-D4FEEB9E84F7}" destId="{436543C0-500A-4D60-873E-6DBD95D64295}" srcOrd="5" destOrd="0" presId="urn:microsoft.com/office/officeart/2008/layout/LinedList"/>
    <dgm:cxn modelId="{FD697C9E-D0A1-4DCD-B029-23FD86FD7761}" type="presParOf" srcId="{436543C0-500A-4D60-873E-6DBD95D64295}" destId="{09EFABBF-3DF0-4970-AB71-3A571E55BFE8}" srcOrd="0" destOrd="0" presId="urn:microsoft.com/office/officeart/2008/layout/LinedList"/>
    <dgm:cxn modelId="{8609FC51-D48D-406E-BD1E-B4C73A027986}" type="presParOf" srcId="{436543C0-500A-4D60-873E-6DBD95D64295}" destId="{F286800A-5A16-491C-80A1-EEDF50384DEE}" srcOrd="1" destOrd="0" presId="urn:microsoft.com/office/officeart/2008/layout/LinedList"/>
    <dgm:cxn modelId="{D113B3C6-466F-4533-9AA5-BD4E58F42AB9}" type="presParOf" srcId="{2E9DAEB2-4B17-4FB1-BB8F-D4FEEB9E84F7}" destId="{6862A102-9D80-499E-8FF3-6183489F36D9}" srcOrd="6" destOrd="0" presId="urn:microsoft.com/office/officeart/2008/layout/LinedList"/>
    <dgm:cxn modelId="{4A89BDD1-AEB7-4330-A96E-BA3FFDA88C16}" type="presParOf" srcId="{2E9DAEB2-4B17-4FB1-BB8F-D4FEEB9E84F7}" destId="{1616633A-470F-4B85-8B2F-82FC721542D6}" srcOrd="7" destOrd="0" presId="urn:microsoft.com/office/officeart/2008/layout/LinedList"/>
    <dgm:cxn modelId="{EF49BAF9-8B4D-46A4-BFB7-22421B717B8D}" type="presParOf" srcId="{1616633A-470F-4B85-8B2F-82FC721542D6}" destId="{53AE032C-14E8-4BF4-AC81-A58228F09FFB}" srcOrd="0" destOrd="0" presId="urn:microsoft.com/office/officeart/2008/layout/LinedList"/>
    <dgm:cxn modelId="{781237BA-1B21-45DB-B9AA-E2E0C44E57D2}" type="presParOf" srcId="{1616633A-470F-4B85-8B2F-82FC721542D6}" destId="{FB242119-1467-4D4F-A0C0-DF984708F12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97BB66B-1575-4488-9CD1-D45C98F2124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4B7811D-AA9C-48FC-9378-31AE3BB447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Improved customer insights</a:t>
          </a:r>
        </a:p>
      </dgm:t>
    </dgm:pt>
    <dgm:pt modelId="{4773398F-A024-4781-A81E-FDB8882A7664}" type="parTrans" cxnId="{4169593F-C597-4A41-A847-3EF1F4663BAD}">
      <dgm:prSet/>
      <dgm:spPr/>
      <dgm:t>
        <a:bodyPr/>
        <a:lstStyle/>
        <a:p>
          <a:endParaRPr lang="en-US"/>
        </a:p>
      </dgm:t>
    </dgm:pt>
    <dgm:pt modelId="{EA405DAB-49DC-4376-83E1-92461035C5CF}" type="sibTrans" cxnId="{4169593F-C597-4A41-A847-3EF1F4663BAD}">
      <dgm:prSet/>
      <dgm:spPr/>
      <dgm:t>
        <a:bodyPr/>
        <a:lstStyle/>
        <a:p>
          <a:endParaRPr lang="en-US"/>
        </a:p>
      </dgm:t>
    </dgm:pt>
    <dgm:pt modelId="{E5CBCB6E-2684-447E-98C3-487BF60ECC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Better marketing decisions</a:t>
          </a:r>
        </a:p>
      </dgm:t>
    </dgm:pt>
    <dgm:pt modelId="{831C61B1-3E13-423B-8781-1C735DD6CF6B}" type="parTrans" cxnId="{4C0DA7EE-25DF-473C-A4CC-58C2D8A44599}">
      <dgm:prSet/>
      <dgm:spPr/>
      <dgm:t>
        <a:bodyPr/>
        <a:lstStyle/>
        <a:p>
          <a:endParaRPr lang="en-US"/>
        </a:p>
      </dgm:t>
    </dgm:pt>
    <dgm:pt modelId="{B64F544E-80F3-4A9F-8889-8F6F9DF767BA}" type="sibTrans" cxnId="{4C0DA7EE-25DF-473C-A4CC-58C2D8A44599}">
      <dgm:prSet/>
      <dgm:spPr/>
      <dgm:t>
        <a:bodyPr/>
        <a:lstStyle/>
        <a:p>
          <a:endParaRPr lang="en-US"/>
        </a:p>
      </dgm:t>
    </dgm:pt>
    <dgm:pt modelId="{315985EF-5201-422B-ACCD-B337662C5B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Automated pipeline</a:t>
          </a:r>
        </a:p>
      </dgm:t>
    </dgm:pt>
    <dgm:pt modelId="{B83D1B19-04E9-4310-B8BC-77298621E905}" type="parTrans" cxnId="{48CDEB11-7773-463E-87B6-1021FD86D99A}">
      <dgm:prSet/>
      <dgm:spPr/>
      <dgm:t>
        <a:bodyPr/>
        <a:lstStyle/>
        <a:p>
          <a:endParaRPr lang="en-US"/>
        </a:p>
      </dgm:t>
    </dgm:pt>
    <dgm:pt modelId="{319C63D1-406D-4A87-A6D6-733FD9004EA8}" type="sibTrans" cxnId="{48CDEB11-7773-463E-87B6-1021FD86D99A}">
      <dgm:prSet/>
      <dgm:spPr/>
      <dgm:t>
        <a:bodyPr/>
        <a:lstStyle/>
        <a:p>
          <a:endParaRPr lang="en-US"/>
        </a:p>
      </dgm:t>
    </dgm:pt>
    <dgm:pt modelId="{060F4AB6-79A7-4486-8305-70A31140EB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Scalable solution</a:t>
          </a:r>
        </a:p>
      </dgm:t>
    </dgm:pt>
    <dgm:pt modelId="{A06FF524-C227-46CA-9AE8-0DC6DD2F929C}" type="parTrans" cxnId="{27718524-A136-42E2-AC02-E56332B852DB}">
      <dgm:prSet/>
      <dgm:spPr/>
      <dgm:t>
        <a:bodyPr/>
        <a:lstStyle/>
        <a:p>
          <a:endParaRPr lang="en-US"/>
        </a:p>
      </dgm:t>
    </dgm:pt>
    <dgm:pt modelId="{E7A17A13-2F72-45FD-A0E1-2F6942C8E55C}" type="sibTrans" cxnId="{27718524-A136-42E2-AC02-E56332B852DB}">
      <dgm:prSet/>
      <dgm:spPr/>
      <dgm:t>
        <a:bodyPr/>
        <a:lstStyle/>
        <a:p>
          <a:endParaRPr lang="en-US"/>
        </a:p>
      </dgm:t>
    </dgm:pt>
    <dgm:pt modelId="{B32E733B-DEB7-49FA-9997-CDA4E757F7B3}" type="pres">
      <dgm:prSet presAssocID="{697BB66B-1575-4488-9CD1-D45C98F21249}" presName="root" presStyleCnt="0">
        <dgm:presLayoutVars>
          <dgm:dir/>
          <dgm:resizeHandles val="exact"/>
        </dgm:presLayoutVars>
      </dgm:prSet>
      <dgm:spPr/>
    </dgm:pt>
    <dgm:pt modelId="{A8B8C3E2-914B-4378-B603-FA2BECC52442}" type="pres">
      <dgm:prSet presAssocID="{F4B7811D-AA9C-48FC-9378-31AE3BB447C8}" presName="compNode" presStyleCnt="0"/>
      <dgm:spPr/>
    </dgm:pt>
    <dgm:pt modelId="{0D29312C-32FB-49CF-9CD3-6E18BF71A14E}" type="pres">
      <dgm:prSet presAssocID="{F4B7811D-AA9C-48FC-9378-31AE3BB447C8}" presName="bgRect" presStyleLbl="bgShp" presStyleIdx="0" presStyleCnt="4"/>
      <dgm:spPr/>
    </dgm:pt>
    <dgm:pt modelId="{17F23F5C-F312-444A-8306-DE673BD3B561}" type="pres">
      <dgm:prSet presAssocID="{F4B7811D-AA9C-48FC-9378-31AE3BB447C8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FD46F963-5A86-4D38-9B9A-589028D58E43}" type="pres">
      <dgm:prSet presAssocID="{F4B7811D-AA9C-48FC-9378-31AE3BB447C8}" presName="spaceRect" presStyleCnt="0"/>
      <dgm:spPr/>
    </dgm:pt>
    <dgm:pt modelId="{FACFA0B3-B13B-4DA8-A6F9-B35BEB0ADB8C}" type="pres">
      <dgm:prSet presAssocID="{F4B7811D-AA9C-48FC-9378-31AE3BB447C8}" presName="parTx" presStyleLbl="revTx" presStyleIdx="0" presStyleCnt="4">
        <dgm:presLayoutVars>
          <dgm:chMax val="0"/>
          <dgm:chPref val="0"/>
        </dgm:presLayoutVars>
      </dgm:prSet>
      <dgm:spPr/>
    </dgm:pt>
    <dgm:pt modelId="{2197F447-FD73-4D1B-A8F2-B7A331A3F4C2}" type="pres">
      <dgm:prSet presAssocID="{EA405DAB-49DC-4376-83E1-92461035C5CF}" presName="sibTrans" presStyleCnt="0"/>
      <dgm:spPr/>
    </dgm:pt>
    <dgm:pt modelId="{2AC0AA00-CCB3-497C-9C89-C04504F4F4B6}" type="pres">
      <dgm:prSet presAssocID="{E5CBCB6E-2684-447E-98C3-487BF60ECCE5}" presName="compNode" presStyleCnt="0"/>
      <dgm:spPr/>
    </dgm:pt>
    <dgm:pt modelId="{264F7366-BEE6-4A70-B00D-D74F38C84513}" type="pres">
      <dgm:prSet presAssocID="{E5CBCB6E-2684-447E-98C3-487BF60ECCE5}" presName="bgRect" presStyleLbl="bgShp" presStyleIdx="1" presStyleCnt="4"/>
      <dgm:spPr/>
    </dgm:pt>
    <dgm:pt modelId="{E44427E6-6320-48C9-BD7F-5B658599ACA6}" type="pres">
      <dgm:prSet presAssocID="{E5CBCB6E-2684-447E-98C3-487BF60ECCE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50B1DE6-D495-4835-9421-4B30EBB3CD45}" type="pres">
      <dgm:prSet presAssocID="{E5CBCB6E-2684-447E-98C3-487BF60ECCE5}" presName="spaceRect" presStyleCnt="0"/>
      <dgm:spPr/>
    </dgm:pt>
    <dgm:pt modelId="{733EB0EF-35EB-49C1-A644-7058AB1865E1}" type="pres">
      <dgm:prSet presAssocID="{E5CBCB6E-2684-447E-98C3-487BF60ECCE5}" presName="parTx" presStyleLbl="revTx" presStyleIdx="1" presStyleCnt="4">
        <dgm:presLayoutVars>
          <dgm:chMax val="0"/>
          <dgm:chPref val="0"/>
        </dgm:presLayoutVars>
      </dgm:prSet>
      <dgm:spPr/>
    </dgm:pt>
    <dgm:pt modelId="{2D482343-84F8-4F9E-9279-10F2852C2112}" type="pres">
      <dgm:prSet presAssocID="{B64F544E-80F3-4A9F-8889-8F6F9DF767BA}" presName="sibTrans" presStyleCnt="0"/>
      <dgm:spPr/>
    </dgm:pt>
    <dgm:pt modelId="{D607E90D-A34B-4C99-A135-1181D0B21357}" type="pres">
      <dgm:prSet presAssocID="{315985EF-5201-422B-ACCD-B337662C5B54}" presName="compNode" presStyleCnt="0"/>
      <dgm:spPr/>
    </dgm:pt>
    <dgm:pt modelId="{51C8524B-CA7A-4326-B6A0-5F4C61DD9568}" type="pres">
      <dgm:prSet presAssocID="{315985EF-5201-422B-ACCD-B337662C5B54}" presName="bgRect" presStyleLbl="bgShp" presStyleIdx="2" presStyleCnt="4"/>
      <dgm:spPr/>
    </dgm:pt>
    <dgm:pt modelId="{6DB0528E-5193-45BB-AC9A-7DD1A61C9365}" type="pres">
      <dgm:prSet presAssocID="{315985EF-5201-422B-ACCD-B337662C5B5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5139C1C-3C4D-494F-8B33-E3E0622FCC5E}" type="pres">
      <dgm:prSet presAssocID="{315985EF-5201-422B-ACCD-B337662C5B54}" presName="spaceRect" presStyleCnt="0"/>
      <dgm:spPr/>
    </dgm:pt>
    <dgm:pt modelId="{2EA81F7A-8E61-4A96-B68F-30D783416D3E}" type="pres">
      <dgm:prSet presAssocID="{315985EF-5201-422B-ACCD-B337662C5B54}" presName="parTx" presStyleLbl="revTx" presStyleIdx="2" presStyleCnt="4">
        <dgm:presLayoutVars>
          <dgm:chMax val="0"/>
          <dgm:chPref val="0"/>
        </dgm:presLayoutVars>
      </dgm:prSet>
      <dgm:spPr/>
    </dgm:pt>
    <dgm:pt modelId="{CEEF4237-1F40-408B-87C9-2858A8C2B1FB}" type="pres">
      <dgm:prSet presAssocID="{319C63D1-406D-4A87-A6D6-733FD9004EA8}" presName="sibTrans" presStyleCnt="0"/>
      <dgm:spPr/>
    </dgm:pt>
    <dgm:pt modelId="{64AB9FDD-8996-4B69-8757-F9C623F46E0C}" type="pres">
      <dgm:prSet presAssocID="{060F4AB6-79A7-4486-8305-70A31140EB00}" presName="compNode" presStyleCnt="0"/>
      <dgm:spPr/>
    </dgm:pt>
    <dgm:pt modelId="{E1AF2546-5C31-432A-951C-A1E82CA908AA}" type="pres">
      <dgm:prSet presAssocID="{060F4AB6-79A7-4486-8305-70A31140EB00}" presName="bgRect" presStyleLbl="bgShp" presStyleIdx="3" presStyleCnt="4"/>
      <dgm:spPr/>
    </dgm:pt>
    <dgm:pt modelId="{80F0388C-1A41-4449-AD97-231965D51CD0}" type="pres">
      <dgm:prSet presAssocID="{060F4AB6-79A7-4486-8305-70A31140EB0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3520B5EB-43C6-4BED-BD42-30EFB20B1363}" type="pres">
      <dgm:prSet presAssocID="{060F4AB6-79A7-4486-8305-70A31140EB00}" presName="spaceRect" presStyleCnt="0"/>
      <dgm:spPr/>
    </dgm:pt>
    <dgm:pt modelId="{8DD57462-BB7A-4EDB-BF9B-B5345F185D3D}" type="pres">
      <dgm:prSet presAssocID="{060F4AB6-79A7-4486-8305-70A31140EB0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8CDEB11-7773-463E-87B6-1021FD86D99A}" srcId="{697BB66B-1575-4488-9CD1-D45C98F21249}" destId="{315985EF-5201-422B-ACCD-B337662C5B54}" srcOrd="2" destOrd="0" parTransId="{B83D1B19-04E9-4310-B8BC-77298621E905}" sibTransId="{319C63D1-406D-4A87-A6D6-733FD9004EA8}"/>
    <dgm:cxn modelId="{27718524-A136-42E2-AC02-E56332B852DB}" srcId="{697BB66B-1575-4488-9CD1-D45C98F21249}" destId="{060F4AB6-79A7-4486-8305-70A31140EB00}" srcOrd="3" destOrd="0" parTransId="{A06FF524-C227-46CA-9AE8-0DC6DD2F929C}" sibTransId="{E7A17A13-2F72-45FD-A0E1-2F6942C8E55C}"/>
    <dgm:cxn modelId="{2D9B2929-3D7E-4326-AB2E-201C8F419C5A}" type="presOf" srcId="{697BB66B-1575-4488-9CD1-D45C98F21249}" destId="{B32E733B-DEB7-49FA-9997-CDA4E757F7B3}" srcOrd="0" destOrd="0" presId="urn:microsoft.com/office/officeart/2018/2/layout/IconVerticalSolidList"/>
    <dgm:cxn modelId="{F4907F33-6CC7-48D5-A997-524D1977F6DA}" type="presOf" srcId="{315985EF-5201-422B-ACCD-B337662C5B54}" destId="{2EA81F7A-8E61-4A96-B68F-30D783416D3E}" srcOrd="0" destOrd="0" presId="urn:microsoft.com/office/officeart/2018/2/layout/IconVerticalSolidList"/>
    <dgm:cxn modelId="{4169593F-C597-4A41-A847-3EF1F4663BAD}" srcId="{697BB66B-1575-4488-9CD1-D45C98F21249}" destId="{F4B7811D-AA9C-48FC-9378-31AE3BB447C8}" srcOrd="0" destOrd="0" parTransId="{4773398F-A024-4781-A81E-FDB8882A7664}" sibTransId="{EA405DAB-49DC-4376-83E1-92461035C5CF}"/>
    <dgm:cxn modelId="{F5669EA2-DBD0-48A3-BB59-37F5A46AEF81}" type="presOf" srcId="{E5CBCB6E-2684-447E-98C3-487BF60ECCE5}" destId="{733EB0EF-35EB-49C1-A644-7058AB1865E1}" srcOrd="0" destOrd="0" presId="urn:microsoft.com/office/officeart/2018/2/layout/IconVerticalSolidList"/>
    <dgm:cxn modelId="{6801B7D5-C00D-4B87-89E3-3003306E33B3}" type="presOf" srcId="{F4B7811D-AA9C-48FC-9378-31AE3BB447C8}" destId="{FACFA0B3-B13B-4DA8-A6F9-B35BEB0ADB8C}" srcOrd="0" destOrd="0" presId="urn:microsoft.com/office/officeart/2018/2/layout/IconVerticalSolidList"/>
    <dgm:cxn modelId="{4C0DA7EE-25DF-473C-A4CC-58C2D8A44599}" srcId="{697BB66B-1575-4488-9CD1-D45C98F21249}" destId="{E5CBCB6E-2684-447E-98C3-487BF60ECCE5}" srcOrd="1" destOrd="0" parTransId="{831C61B1-3E13-423B-8781-1C735DD6CF6B}" sibTransId="{B64F544E-80F3-4A9F-8889-8F6F9DF767BA}"/>
    <dgm:cxn modelId="{CD4A77FD-BD4E-4C52-A6FF-BB8881C77723}" type="presOf" srcId="{060F4AB6-79A7-4486-8305-70A31140EB00}" destId="{8DD57462-BB7A-4EDB-BF9B-B5345F185D3D}" srcOrd="0" destOrd="0" presId="urn:microsoft.com/office/officeart/2018/2/layout/IconVerticalSolidList"/>
    <dgm:cxn modelId="{E909C48E-6A09-4F2B-91FC-2F9E1ABFBE00}" type="presParOf" srcId="{B32E733B-DEB7-49FA-9997-CDA4E757F7B3}" destId="{A8B8C3E2-914B-4378-B603-FA2BECC52442}" srcOrd="0" destOrd="0" presId="urn:microsoft.com/office/officeart/2018/2/layout/IconVerticalSolidList"/>
    <dgm:cxn modelId="{6F79806B-50DC-45C9-8709-E60D623F5B65}" type="presParOf" srcId="{A8B8C3E2-914B-4378-B603-FA2BECC52442}" destId="{0D29312C-32FB-49CF-9CD3-6E18BF71A14E}" srcOrd="0" destOrd="0" presId="urn:microsoft.com/office/officeart/2018/2/layout/IconVerticalSolidList"/>
    <dgm:cxn modelId="{9C5F20E2-450B-4D24-9D1E-0ECACA5D2E97}" type="presParOf" srcId="{A8B8C3E2-914B-4378-B603-FA2BECC52442}" destId="{17F23F5C-F312-444A-8306-DE673BD3B561}" srcOrd="1" destOrd="0" presId="urn:microsoft.com/office/officeart/2018/2/layout/IconVerticalSolidList"/>
    <dgm:cxn modelId="{1AD3AE06-77B0-4FC6-B474-08F03C8F4E76}" type="presParOf" srcId="{A8B8C3E2-914B-4378-B603-FA2BECC52442}" destId="{FD46F963-5A86-4D38-9B9A-589028D58E43}" srcOrd="2" destOrd="0" presId="urn:microsoft.com/office/officeart/2018/2/layout/IconVerticalSolidList"/>
    <dgm:cxn modelId="{3FFEF38C-5456-471F-891E-9D082347C463}" type="presParOf" srcId="{A8B8C3E2-914B-4378-B603-FA2BECC52442}" destId="{FACFA0B3-B13B-4DA8-A6F9-B35BEB0ADB8C}" srcOrd="3" destOrd="0" presId="urn:microsoft.com/office/officeart/2018/2/layout/IconVerticalSolidList"/>
    <dgm:cxn modelId="{6BF27C37-D852-4B65-8CC4-4F71CF0F90A5}" type="presParOf" srcId="{B32E733B-DEB7-49FA-9997-CDA4E757F7B3}" destId="{2197F447-FD73-4D1B-A8F2-B7A331A3F4C2}" srcOrd="1" destOrd="0" presId="urn:microsoft.com/office/officeart/2018/2/layout/IconVerticalSolidList"/>
    <dgm:cxn modelId="{A753A705-ED44-4A85-BD21-713908C3C61D}" type="presParOf" srcId="{B32E733B-DEB7-49FA-9997-CDA4E757F7B3}" destId="{2AC0AA00-CCB3-497C-9C89-C04504F4F4B6}" srcOrd="2" destOrd="0" presId="urn:microsoft.com/office/officeart/2018/2/layout/IconVerticalSolidList"/>
    <dgm:cxn modelId="{7871C205-67DD-4105-91E9-89DA276532FA}" type="presParOf" srcId="{2AC0AA00-CCB3-497C-9C89-C04504F4F4B6}" destId="{264F7366-BEE6-4A70-B00D-D74F38C84513}" srcOrd="0" destOrd="0" presId="urn:microsoft.com/office/officeart/2018/2/layout/IconVerticalSolidList"/>
    <dgm:cxn modelId="{C720B10B-866E-4DAD-8530-35D2B151E5C9}" type="presParOf" srcId="{2AC0AA00-CCB3-497C-9C89-C04504F4F4B6}" destId="{E44427E6-6320-48C9-BD7F-5B658599ACA6}" srcOrd="1" destOrd="0" presId="urn:microsoft.com/office/officeart/2018/2/layout/IconVerticalSolidList"/>
    <dgm:cxn modelId="{1FB1AE88-ACF6-4A86-9223-4AE809E915BA}" type="presParOf" srcId="{2AC0AA00-CCB3-497C-9C89-C04504F4F4B6}" destId="{150B1DE6-D495-4835-9421-4B30EBB3CD45}" srcOrd="2" destOrd="0" presId="urn:microsoft.com/office/officeart/2018/2/layout/IconVerticalSolidList"/>
    <dgm:cxn modelId="{169141C9-31EC-425C-BA90-1EEB55C8A7DE}" type="presParOf" srcId="{2AC0AA00-CCB3-497C-9C89-C04504F4F4B6}" destId="{733EB0EF-35EB-49C1-A644-7058AB1865E1}" srcOrd="3" destOrd="0" presId="urn:microsoft.com/office/officeart/2018/2/layout/IconVerticalSolidList"/>
    <dgm:cxn modelId="{13EDD781-8B71-430B-A6D5-4C8730516E3B}" type="presParOf" srcId="{B32E733B-DEB7-49FA-9997-CDA4E757F7B3}" destId="{2D482343-84F8-4F9E-9279-10F2852C2112}" srcOrd="3" destOrd="0" presId="urn:microsoft.com/office/officeart/2018/2/layout/IconVerticalSolidList"/>
    <dgm:cxn modelId="{DD705948-552C-484D-AC3A-BAED6B9EFBFA}" type="presParOf" srcId="{B32E733B-DEB7-49FA-9997-CDA4E757F7B3}" destId="{D607E90D-A34B-4C99-A135-1181D0B21357}" srcOrd="4" destOrd="0" presId="urn:microsoft.com/office/officeart/2018/2/layout/IconVerticalSolidList"/>
    <dgm:cxn modelId="{166E5A38-9B4D-4478-A33A-2E1B89E3D47B}" type="presParOf" srcId="{D607E90D-A34B-4C99-A135-1181D0B21357}" destId="{51C8524B-CA7A-4326-B6A0-5F4C61DD9568}" srcOrd="0" destOrd="0" presId="urn:microsoft.com/office/officeart/2018/2/layout/IconVerticalSolidList"/>
    <dgm:cxn modelId="{94012557-5580-4DC1-9409-F9DF338F2D1D}" type="presParOf" srcId="{D607E90D-A34B-4C99-A135-1181D0B21357}" destId="{6DB0528E-5193-45BB-AC9A-7DD1A61C9365}" srcOrd="1" destOrd="0" presId="urn:microsoft.com/office/officeart/2018/2/layout/IconVerticalSolidList"/>
    <dgm:cxn modelId="{E956DD4D-0642-4272-A718-09A20D860A10}" type="presParOf" srcId="{D607E90D-A34B-4C99-A135-1181D0B21357}" destId="{F5139C1C-3C4D-494F-8B33-E3E0622FCC5E}" srcOrd="2" destOrd="0" presId="urn:microsoft.com/office/officeart/2018/2/layout/IconVerticalSolidList"/>
    <dgm:cxn modelId="{D2E21999-8445-438C-B9E0-9B8C339394FA}" type="presParOf" srcId="{D607E90D-A34B-4C99-A135-1181D0B21357}" destId="{2EA81F7A-8E61-4A96-B68F-30D783416D3E}" srcOrd="3" destOrd="0" presId="urn:microsoft.com/office/officeart/2018/2/layout/IconVerticalSolidList"/>
    <dgm:cxn modelId="{DAB91397-A2EC-478C-9464-9AFF8DE92988}" type="presParOf" srcId="{B32E733B-DEB7-49FA-9997-CDA4E757F7B3}" destId="{CEEF4237-1F40-408B-87C9-2858A8C2B1FB}" srcOrd="5" destOrd="0" presId="urn:microsoft.com/office/officeart/2018/2/layout/IconVerticalSolidList"/>
    <dgm:cxn modelId="{38A11D5D-336E-4097-9A20-04E6DFBA082A}" type="presParOf" srcId="{B32E733B-DEB7-49FA-9997-CDA4E757F7B3}" destId="{64AB9FDD-8996-4B69-8757-F9C623F46E0C}" srcOrd="6" destOrd="0" presId="urn:microsoft.com/office/officeart/2018/2/layout/IconVerticalSolidList"/>
    <dgm:cxn modelId="{7F5D8CDA-8F78-4CA7-BE47-C90B11B229ED}" type="presParOf" srcId="{64AB9FDD-8996-4B69-8757-F9C623F46E0C}" destId="{E1AF2546-5C31-432A-951C-A1E82CA908AA}" srcOrd="0" destOrd="0" presId="urn:microsoft.com/office/officeart/2018/2/layout/IconVerticalSolidList"/>
    <dgm:cxn modelId="{7CBE5841-4154-43E9-A21B-5B6B0703B212}" type="presParOf" srcId="{64AB9FDD-8996-4B69-8757-F9C623F46E0C}" destId="{80F0388C-1A41-4449-AD97-231965D51CD0}" srcOrd="1" destOrd="0" presId="urn:microsoft.com/office/officeart/2018/2/layout/IconVerticalSolidList"/>
    <dgm:cxn modelId="{D36445C1-3ECA-47CE-BB8D-FA66D00D9D56}" type="presParOf" srcId="{64AB9FDD-8996-4B69-8757-F9C623F46E0C}" destId="{3520B5EB-43C6-4BED-BD42-30EFB20B1363}" srcOrd="2" destOrd="0" presId="urn:microsoft.com/office/officeart/2018/2/layout/IconVerticalSolidList"/>
    <dgm:cxn modelId="{5FA18229-712F-4131-8B68-4E2336EE3047}" type="presParOf" srcId="{64AB9FDD-8996-4B69-8757-F9C623F46E0C}" destId="{8DD57462-BB7A-4EDB-BF9B-B5345F185D3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F6F6CF-7556-4888-A855-E07BE498D0DE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2F4553-BBDF-4362-9B30-2D46DCC1862C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580C7E-E66F-4002-882C-CBA37A07E8C8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Using RFM Analysis</a:t>
          </a:r>
        </a:p>
      </dsp:txBody>
      <dsp:txXfrm>
        <a:off x="46529" y="2703902"/>
        <a:ext cx="2418750" cy="720000"/>
      </dsp:txXfrm>
    </dsp:sp>
    <dsp:sp modelId="{3D5099E6-D307-4F3F-919E-4C2581706C47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F8510E-AA32-4620-8812-F3C8EBC1320B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0B6055-ED8F-4EF7-9B82-63C825D92144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Presented by: </a:t>
          </a:r>
          <a:r>
            <a:rPr lang="en-IN" sz="2500" kern="1200"/>
            <a:t>Jayaprakasam .S</a:t>
          </a:r>
          <a:endParaRPr lang="en-US" sz="2500" kern="1200"/>
        </a:p>
      </dsp:txBody>
      <dsp:txXfrm>
        <a:off x="2888560" y="2703902"/>
        <a:ext cx="2418750" cy="720000"/>
      </dsp:txXfrm>
    </dsp:sp>
    <dsp:sp modelId="{D49A134A-1B6D-49ED-8D94-E077A74E3A85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1D8913-5257-4DC6-9FF1-4EEF3E78CE87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5CA124-9CA0-43BC-B84A-40F54F46C980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Project: Consumer360</a:t>
          </a:r>
        </a:p>
      </dsp:txBody>
      <dsp:txXfrm>
        <a:off x="5730591" y="2703902"/>
        <a:ext cx="2418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3244D1-2AFB-4832-8B2A-C3955CE41087}">
      <dsp:nvSpPr>
        <dsp:cNvPr id="0" name=""/>
        <dsp:cNvSpPr/>
      </dsp:nvSpPr>
      <dsp:spPr>
        <a:xfrm>
          <a:off x="0" y="0"/>
          <a:ext cx="6556696" cy="8116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Generic marketing campaigns</a:t>
          </a:r>
        </a:p>
      </dsp:txBody>
      <dsp:txXfrm>
        <a:off x="23773" y="23773"/>
        <a:ext cx="5612256" cy="764123"/>
      </dsp:txXfrm>
    </dsp:sp>
    <dsp:sp modelId="{ADA1091A-F2AD-410C-870E-4AA49C2B60DC}">
      <dsp:nvSpPr>
        <dsp:cNvPr id="0" name=""/>
        <dsp:cNvSpPr/>
      </dsp:nvSpPr>
      <dsp:spPr>
        <a:xfrm>
          <a:off x="549123" y="959245"/>
          <a:ext cx="6556696" cy="811669"/>
        </a:xfrm>
        <a:prstGeom prst="roundRect">
          <a:avLst>
            <a:gd name="adj" fmla="val 1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No high-value customer identification</a:t>
          </a:r>
        </a:p>
      </dsp:txBody>
      <dsp:txXfrm>
        <a:off x="572896" y="983018"/>
        <a:ext cx="5432442" cy="764123"/>
      </dsp:txXfrm>
    </dsp:sp>
    <dsp:sp modelId="{4D9B3C28-057F-46CD-8C33-27C823A59945}">
      <dsp:nvSpPr>
        <dsp:cNvPr id="0" name=""/>
        <dsp:cNvSpPr/>
      </dsp:nvSpPr>
      <dsp:spPr>
        <a:xfrm>
          <a:off x="1090050" y="1918490"/>
          <a:ext cx="6556696" cy="811669"/>
        </a:xfrm>
        <a:prstGeom prst="roundRect">
          <a:avLst>
            <a:gd name="adj" fmla="val 1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No retention visibility</a:t>
          </a:r>
        </a:p>
      </dsp:txBody>
      <dsp:txXfrm>
        <a:off x="1113823" y="1942263"/>
        <a:ext cx="5440638" cy="764123"/>
      </dsp:txXfrm>
    </dsp:sp>
    <dsp:sp modelId="{6B38DB93-7B4D-47C0-9DAC-41037C724E7A}">
      <dsp:nvSpPr>
        <dsp:cNvPr id="0" name=""/>
        <dsp:cNvSpPr/>
      </dsp:nvSpPr>
      <dsp:spPr>
        <a:xfrm>
          <a:off x="1639174" y="2877735"/>
          <a:ext cx="6556696" cy="811669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Need data-driven decisions</a:t>
          </a:r>
        </a:p>
      </dsp:txBody>
      <dsp:txXfrm>
        <a:off x="1662947" y="2901508"/>
        <a:ext cx="5432442" cy="764123"/>
      </dsp:txXfrm>
    </dsp:sp>
    <dsp:sp modelId="{3370C0AB-9498-436E-8FD0-2DA162A176F1}">
      <dsp:nvSpPr>
        <dsp:cNvPr id="0" name=""/>
        <dsp:cNvSpPr/>
      </dsp:nvSpPr>
      <dsp:spPr>
        <a:xfrm>
          <a:off x="6029111" y="621664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147817" y="621664"/>
        <a:ext cx="290172" cy="397007"/>
      </dsp:txXfrm>
    </dsp:sp>
    <dsp:sp modelId="{6E6A1091-A0D6-498B-A177-9E95ABCABF7E}">
      <dsp:nvSpPr>
        <dsp:cNvPr id="0" name=""/>
        <dsp:cNvSpPr/>
      </dsp:nvSpPr>
      <dsp:spPr>
        <a:xfrm>
          <a:off x="6578235" y="1580910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696941" y="1580910"/>
        <a:ext cx="290172" cy="397007"/>
      </dsp:txXfrm>
    </dsp:sp>
    <dsp:sp modelId="{CEF02E63-1997-487B-9CFA-DB3E430EB637}">
      <dsp:nvSpPr>
        <dsp:cNvPr id="0" name=""/>
        <dsp:cNvSpPr/>
      </dsp:nvSpPr>
      <dsp:spPr>
        <a:xfrm>
          <a:off x="7119162" y="2540155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7237868" y="2540155"/>
        <a:ext cx="290172" cy="3970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384984-6812-4ADD-8D64-AE60D0A73A48}">
      <dsp:nvSpPr>
        <dsp:cNvPr id="0" name=""/>
        <dsp:cNvSpPr/>
      </dsp:nvSpPr>
      <dsp:spPr>
        <a:xfrm>
          <a:off x="0" y="318542"/>
          <a:ext cx="8195871" cy="8154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RFM Model (Recency, Frequency, Monetary)</a:t>
          </a:r>
        </a:p>
      </dsp:txBody>
      <dsp:txXfrm>
        <a:off x="39809" y="358351"/>
        <a:ext cx="8116253" cy="735872"/>
      </dsp:txXfrm>
    </dsp:sp>
    <dsp:sp modelId="{2CAB250C-6364-4500-959F-279F66351508}">
      <dsp:nvSpPr>
        <dsp:cNvPr id="0" name=""/>
        <dsp:cNvSpPr/>
      </dsp:nvSpPr>
      <dsp:spPr>
        <a:xfrm>
          <a:off x="0" y="1231952"/>
          <a:ext cx="8195871" cy="81549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Customer Segmentation</a:t>
          </a:r>
        </a:p>
      </dsp:txBody>
      <dsp:txXfrm>
        <a:off x="39809" y="1271761"/>
        <a:ext cx="8116253" cy="735872"/>
      </dsp:txXfrm>
    </dsp:sp>
    <dsp:sp modelId="{06C0F361-4087-422C-9B33-5362318A115C}">
      <dsp:nvSpPr>
        <dsp:cNvPr id="0" name=""/>
        <dsp:cNvSpPr/>
      </dsp:nvSpPr>
      <dsp:spPr>
        <a:xfrm>
          <a:off x="0" y="2145362"/>
          <a:ext cx="8195871" cy="81549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Interactive Dashboard</a:t>
          </a:r>
        </a:p>
      </dsp:txBody>
      <dsp:txXfrm>
        <a:off x="39809" y="2185171"/>
        <a:ext cx="8116253" cy="735872"/>
      </dsp:txXfrm>
    </dsp:sp>
    <dsp:sp modelId="{5A10890C-D7CB-46C2-AC53-C185923F91A2}">
      <dsp:nvSpPr>
        <dsp:cNvPr id="0" name=""/>
        <dsp:cNvSpPr/>
      </dsp:nvSpPr>
      <dsp:spPr>
        <a:xfrm>
          <a:off x="0" y="3058772"/>
          <a:ext cx="8195871" cy="81549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Business Insights</a:t>
          </a:r>
        </a:p>
      </dsp:txBody>
      <dsp:txXfrm>
        <a:off x="39809" y="3098581"/>
        <a:ext cx="8116253" cy="7358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3E9901-5411-4E7D-A124-11D844133DD3}">
      <dsp:nvSpPr>
        <dsp:cNvPr id="0" name=""/>
        <dsp:cNvSpPr/>
      </dsp:nvSpPr>
      <dsp:spPr>
        <a:xfrm>
          <a:off x="884935" y="296402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3BFAD6-1D83-4461-A6F7-9BD78184554D}">
      <dsp:nvSpPr>
        <dsp:cNvPr id="0" name=""/>
        <dsp:cNvSpPr/>
      </dsp:nvSpPr>
      <dsp:spPr>
        <a:xfrm>
          <a:off x="1352935" y="764402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B3663B-B2D5-4FFD-A37B-8FD417990F70}">
      <dsp:nvSpPr>
        <dsp:cNvPr id="0" name=""/>
        <dsp:cNvSpPr/>
      </dsp:nvSpPr>
      <dsp:spPr>
        <a:xfrm>
          <a:off x="182935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Raw Data → SQL → Python → CSV → Power BI</a:t>
          </a:r>
        </a:p>
      </dsp:txBody>
      <dsp:txXfrm>
        <a:off x="182935" y="3176402"/>
        <a:ext cx="3600000" cy="720000"/>
      </dsp:txXfrm>
    </dsp:sp>
    <dsp:sp modelId="{61DB617C-2448-4E5A-86E5-DA980503D883}">
      <dsp:nvSpPr>
        <dsp:cNvPr id="0" name=""/>
        <dsp:cNvSpPr/>
      </dsp:nvSpPr>
      <dsp:spPr>
        <a:xfrm>
          <a:off x="5114935" y="296402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A3D1FB-9D66-4945-9C08-844CC31C0FE1}">
      <dsp:nvSpPr>
        <dsp:cNvPr id="0" name=""/>
        <dsp:cNvSpPr/>
      </dsp:nvSpPr>
      <dsp:spPr>
        <a:xfrm>
          <a:off x="5582935" y="764402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C92A91-D3EF-4B82-B09C-66BD68EAB61A}">
      <dsp:nvSpPr>
        <dsp:cNvPr id="0" name=""/>
        <dsp:cNvSpPr/>
      </dsp:nvSpPr>
      <dsp:spPr>
        <a:xfrm>
          <a:off x="4412935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Tools: SQL, Python, Power BI</a:t>
          </a:r>
        </a:p>
      </dsp:txBody>
      <dsp:txXfrm>
        <a:off x="4412935" y="3176402"/>
        <a:ext cx="36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7B3AD5-5145-4FD0-944E-735A40281E95}">
      <dsp:nvSpPr>
        <dsp:cNvPr id="0" name=""/>
        <dsp:cNvSpPr/>
      </dsp:nvSpPr>
      <dsp:spPr>
        <a:xfrm>
          <a:off x="0" y="0"/>
          <a:ext cx="819587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02F407-B943-4A36-AA31-4ED0A992037E}">
      <dsp:nvSpPr>
        <dsp:cNvPr id="0" name=""/>
        <dsp:cNvSpPr/>
      </dsp:nvSpPr>
      <dsp:spPr>
        <a:xfrm>
          <a:off x="0" y="0"/>
          <a:ext cx="8195871" cy="1048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500" kern="1200"/>
            <a:t>Champions generate highest revenue</a:t>
          </a:r>
        </a:p>
      </dsp:txBody>
      <dsp:txXfrm>
        <a:off x="0" y="0"/>
        <a:ext cx="8195871" cy="1048201"/>
      </dsp:txXfrm>
    </dsp:sp>
    <dsp:sp modelId="{376CB784-C6AA-41A1-99D6-61ABFC9A84AB}">
      <dsp:nvSpPr>
        <dsp:cNvPr id="0" name=""/>
        <dsp:cNvSpPr/>
      </dsp:nvSpPr>
      <dsp:spPr>
        <a:xfrm>
          <a:off x="0" y="1048201"/>
          <a:ext cx="819587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D101D1-BE1C-47FA-A520-83C0AD6F3F84}">
      <dsp:nvSpPr>
        <dsp:cNvPr id="0" name=""/>
        <dsp:cNvSpPr/>
      </dsp:nvSpPr>
      <dsp:spPr>
        <a:xfrm>
          <a:off x="0" y="1048201"/>
          <a:ext cx="8195871" cy="1048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500" kern="1200"/>
            <a:t>At-Risk customers need attention</a:t>
          </a:r>
        </a:p>
      </dsp:txBody>
      <dsp:txXfrm>
        <a:off x="0" y="1048201"/>
        <a:ext cx="8195871" cy="1048201"/>
      </dsp:txXfrm>
    </dsp:sp>
    <dsp:sp modelId="{446903F9-A494-492F-BB2F-5813D10F41AB}">
      <dsp:nvSpPr>
        <dsp:cNvPr id="0" name=""/>
        <dsp:cNvSpPr/>
      </dsp:nvSpPr>
      <dsp:spPr>
        <a:xfrm>
          <a:off x="0" y="2096402"/>
          <a:ext cx="8195871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EFABBF-3DF0-4970-AB71-3A571E55BFE8}">
      <dsp:nvSpPr>
        <dsp:cNvPr id="0" name=""/>
        <dsp:cNvSpPr/>
      </dsp:nvSpPr>
      <dsp:spPr>
        <a:xfrm>
          <a:off x="0" y="2096402"/>
          <a:ext cx="8195871" cy="1048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500" kern="1200"/>
            <a:t>Loyal customers are stable</a:t>
          </a:r>
        </a:p>
      </dsp:txBody>
      <dsp:txXfrm>
        <a:off x="0" y="2096402"/>
        <a:ext cx="8195871" cy="1048201"/>
      </dsp:txXfrm>
    </dsp:sp>
    <dsp:sp modelId="{6862A102-9D80-499E-8FF3-6183489F36D9}">
      <dsp:nvSpPr>
        <dsp:cNvPr id="0" name=""/>
        <dsp:cNvSpPr/>
      </dsp:nvSpPr>
      <dsp:spPr>
        <a:xfrm>
          <a:off x="0" y="3144603"/>
          <a:ext cx="8195871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AE032C-14E8-4BF4-AC81-A58228F09FFB}">
      <dsp:nvSpPr>
        <dsp:cNvPr id="0" name=""/>
        <dsp:cNvSpPr/>
      </dsp:nvSpPr>
      <dsp:spPr>
        <a:xfrm>
          <a:off x="0" y="3144603"/>
          <a:ext cx="8195871" cy="1048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500" kern="1200"/>
            <a:t>Retention opportunities exist</a:t>
          </a:r>
        </a:p>
      </dsp:txBody>
      <dsp:txXfrm>
        <a:off x="0" y="3144603"/>
        <a:ext cx="8195871" cy="104820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29312C-32FB-49CF-9CD3-6E18BF71A14E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F23F5C-F312-444A-8306-DE673BD3B561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CFA0B3-B13B-4DA8-A6F9-B35BEB0ADB8C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Improved customer insights</a:t>
          </a:r>
        </a:p>
      </dsp:txBody>
      <dsp:txXfrm>
        <a:off x="1099610" y="1878"/>
        <a:ext cx="7129989" cy="952043"/>
      </dsp:txXfrm>
    </dsp:sp>
    <dsp:sp modelId="{264F7366-BEE6-4A70-B00D-D74F38C84513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4427E6-6320-48C9-BD7F-5B658599ACA6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3EB0EF-35EB-49C1-A644-7058AB1865E1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Better marketing decisions</a:t>
          </a:r>
        </a:p>
      </dsp:txBody>
      <dsp:txXfrm>
        <a:off x="1099610" y="1191932"/>
        <a:ext cx="7129989" cy="952043"/>
      </dsp:txXfrm>
    </dsp:sp>
    <dsp:sp modelId="{51C8524B-CA7A-4326-B6A0-5F4C61DD9568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B0528E-5193-45BB-AC9A-7DD1A61C9365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A81F7A-8E61-4A96-B68F-30D783416D3E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Automated pipeline</a:t>
          </a:r>
        </a:p>
      </dsp:txBody>
      <dsp:txXfrm>
        <a:off x="1099610" y="2381986"/>
        <a:ext cx="7129989" cy="952043"/>
      </dsp:txXfrm>
    </dsp:sp>
    <dsp:sp modelId="{E1AF2546-5C31-432A-951C-A1E82CA908AA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F0388C-1A41-4449-AD97-231965D51CD0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D57462-BB7A-4EDB-BF9B-B5345F185D3D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Scalable solution</a:t>
          </a:r>
        </a:p>
      </dsp:txBody>
      <dsp:txXfrm>
        <a:off x="1099610" y="3572041"/>
        <a:ext cx="7129989" cy="9520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200">
                <a:solidFill>
                  <a:srgbClr val="FFFFFF"/>
                </a:solidFill>
              </a:rPr>
              <a:t>Customer Segmentation &amp; CLV Dashboard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0F49BA-BF6B-F42B-DC69-49EA182958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381009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F9DEAB-A4EF-AC30-3AFC-070E38F212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2433367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Solution Approach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B3E27B-409F-9944-4625-775F98D14D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252637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670D90-E662-705C-D003-DD3A138D33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679824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1E77EA-3BC7-0919-9F26-0CFBD87A9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840526-FB9C-41F9-0201-FC9AD9366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114B84-4FA9-8CB5-AA1F-D6F8C8DB3E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5086139"/>
              </p:ext>
            </p:extLst>
          </p:nvPr>
        </p:nvGraphicFramePr>
        <p:xfrm>
          <a:off x="1445972" y="2840023"/>
          <a:ext cx="7115743" cy="3669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02C43A0-B584-452A-8305-954635268D5E}"/>
              </a:ext>
            </a:extLst>
          </p:cNvPr>
          <p:cNvSpPr txBox="1"/>
          <p:nvPr/>
        </p:nvSpPr>
        <p:spPr>
          <a:xfrm>
            <a:off x="447683" y="1764856"/>
            <a:ext cx="2816627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KPI Cards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RFM Scatter Plot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Customer Distribution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Revenue Contribution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Filters</a:t>
            </a:r>
          </a:p>
        </p:txBody>
      </p:sp>
    </p:spTree>
    <p:extLst>
      <p:ext uri="{BB962C8B-B14F-4D97-AF65-F5344CB8AC3E}">
        <p14:creationId xmlns:p14="http://schemas.microsoft.com/office/powerpoint/2010/main" val="3386486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Key 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2C6A81-C810-F3B4-E07E-7E9F7B77D6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236580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70A968-2CE4-B515-2952-944A125F3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97A4ACC-4AE8-6E4B-0A3C-ECFDE585E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364662-54D8-AAF9-ED4E-70C257951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BE77C2-B2FA-911E-118E-B532644C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422FE2-BA12-EF1F-E3F7-4A40942D5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BDD00C-1285-D665-46E8-9FE80C852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600" dirty="0">
                <a:solidFill>
                  <a:schemeClr val="bg1"/>
                </a:solidFill>
              </a:rPr>
              <a:t>Conclusion</a:t>
            </a:r>
            <a:endParaRPr lang="en-IN" sz="3500" dirty="0">
              <a:solidFill>
                <a:schemeClr val="bg1"/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1DC5241E-DE0D-A629-AA1C-4E9DC55F3EFC}"/>
              </a:ext>
            </a:extLst>
          </p:cNvPr>
          <p:cNvGraphicFramePr>
            <a:graphicFrameLocks/>
          </p:cNvGraphicFramePr>
          <p:nvPr/>
        </p:nvGraphicFramePr>
        <p:xfrm>
          <a:off x="609600" y="17526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85552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108</Words>
  <Application>Microsoft Office PowerPoint</Application>
  <PresentationFormat>On-screen Show (4:3)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Customer Segmentation &amp; CLV Dashboard</vt:lpstr>
      <vt:lpstr>Problem Statement</vt:lpstr>
      <vt:lpstr>Solution Approach</vt:lpstr>
      <vt:lpstr>Architecture</vt:lpstr>
      <vt:lpstr>Architecture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jai sankar</cp:lastModifiedBy>
  <cp:revision>2</cp:revision>
  <dcterms:created xsi:type="dcterms:W3CDTF">2013-01-27T09:14:16Z</dcterms:created>
  <dcterms:modified xsi:type="dcterms:W3CDTF">2026-04-14T13:30:44Z</dcterms:modified>
  <cp:category/>
</cp:coreProperties>
</file>